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  <p:sldMasterId id="2147483648" r:id="rId5"/>
  </p:sldMasterIdLst>
  <p:notesMasterIdLst>
    <p:notesMasterId r:id="rId36"/>
  </p:notesMasterIdLst>
  <p:sldIdLst>
    <p:sldId id="261" r:id="rId6"/>
    <p:sldId id="262" r:id="rId7"/>
    <p:sldId id="257" r:id="rId8"/>
    <p:sldId id="258" r:id="rId9"/>
    <p:sldId id="259" r:id="rId10"/>
    <p:sldId id="263" r:id="rId11"/>
    <p:sldId id="264" r:id="rId12"/>
    <p:sldId id="260" r:id="rId13"/>
    <p:sldId id="272" r:id="rId14"/>
    <p:sldId id="276" r:id="rId15"/>
    <p:sldId id="277" r:id="rId16"/>
    <p:sldId id="278" r:id="rId17"/>
    <p:sldId id="281" r:id="rId18"/>
    <p:sldId id="279" r:id="rId19"/>
    <p:sldId id="265" r:id="rId20"/>
    <p:sldId id="273" r:id="rId21"/>
    <p:sldId id="268" r:id="rId22"/>
    <p:sldId id="283" r:id="rId23"/>
    <p:sldId id="266" r:id="rId24"/>
    <p:sldId id="269" r:id="rId25"/>
    <p:sldId id="274" r:id="rId26"/>
    <p:sldId id="285" r:id="rId27"/>
    <p:sldId id="267" r:id="rId28"/>
    <p:sldId id="282" r:id="rId29"/>
    <p:sldId id="270" r:id="rId30"/>
    <p:sldId id="284" r:id="rId31"/>
    <p:sldId id="275" r:id="rId32"/>
    <p:sldId id="286" r:id="rId33"/>
    <p:sldId id="287" r:id="rId34"/>
    <p:sldId id="27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34346-4F50-CFA0-C83D-F051BBD2AA55}" v="14" dt="2026-01-07T04:47:28.537"/>
    <p1510:client id="{91B302BC-6FE2-4362-AE76-8EAB8BF3FC62}" v="1091" dt="2026-01-07T07:48:22.167"/>
    <p1510:client id="{A8B288C0-9ADC-4F97-9BA0-F86C7AEFB501}" v="731" dt="2026-01-07T07:25:04.888"/>
    <p1510:client id="{F3856533-14E9-4615-AD4B-6B9F9C857F40}" v="767" dt="2026-01-10T22:44:54.534"/>
    <p1510:client id="{F42839C4-EAB0-4046-B832-D49D44460E44}" v="104" dt="2026-01-07T07:40:36.199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AF995A-890D-4666-BF1A-149E79F24065}" type="doc">
      <dgm:prSet loTypeId="urn:microsoft.com/office/officeart/2018/2/layout/IconVerticalSolidList" loCatId="icon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9B02C57-B372-4DA4-8C0D-6DBD946C6D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Elderly patients often take </a:t>
          </a:r>
          <a:r>
            <a:rPr lang="en-US" b="1" i="0" baseline="0"/>
            <a:t>multiple medicines at the same time (polypharmacy)</a:t>
          </a:r>
          <a:endParaRPr lang="en-US"/>
        </a:p>
      </dgm:t>
    </dgm:pt>
    <dgm:pt modelId="{65E454B2-3823-4B58-A3B6-AFA2E59BA76B}" type="parTrans" cxnId="{13E56E1D-7A9B-420E-9D01-053AA317C410}">
      <dgm:prSet/>
      <dgm:spPr/>
      <dgm:t>
        <a:bodyPr/>
        <a:lstStyle/>
        <a:p>
          <a:endParaRPr lang="en-US"/>
        </a:p>
      </dgm:t>
    </dgm:pt>
    <dgm:pt modelId="{0FE794B9-04B1-45A2-A0E6-A61A8C761ECD}" type="sibTrans" cxnId="{13E56E1D-7A9B-420E-9D01-053AA317C410}">
      <dgm:prSet/>
      <dgm:spPr/>
      <dgm:t>
        <a:bodyPr/>
        <a:lstStyle/>
        <a:p>
          <a:endParaRPr lang="en-US"/>
        </a:p>
      </dgm:t>
    </dgm:pt>
    <dgm:pt modelId="{759FE67B-7F88-4934-8EA9-EA74188C2D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Increases risk of </a:t>
          </a:r>
          <a:r>
            <a:rPr lang="en-US" b="1" i="0" baseline="0"/>
            <a:t>drug–drug interactions</a:t>
          </a:r>
          <a:endParaRPr lang="en-US"/>
        </a:p>
      </dgm:t>
    </dgm:pt>
    <dgm:pt modelId="{5A4F9726-73AC-4430-A933-5E69AF817DA2}" type="parTrans" cxnId="{2B1955EF-5CA1-4C35-9C04-AEC9DF04C45E}">
      <dgm:prSet/>
      <dgm:spPr/>
      <dgm:t>
        <a:bodyPr/>
        <a:lstStyle/>
        <a:p>
          <a:endParaRPr lang="en-US"/>
        </a:p>
      </dgm:t>
    </dgm:pt>
    <dgm:pt modelId="{388337FC-2969-433A-98CF-601B1ABAD5D2}" type="sibTrans" cxnId="{2B1955EF-5CA1-4C35-9C04-AEC9DF04C45E}">
      <dgm:prSet/>
      <dgm:spPr/>
      <dgm:t>
        <a:bodyPr/>
        <a:lstStyle/>
        <a:p>
          <a:endParaRPr lang="en-US"/>
        </a:p>
      </dgm:t>
    </dgm:pt>
    <dgm:pt modelId="{A4036BFB-0DB6-4EFC-B754-E1B5E08D90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Leads to </a:t>
          </a:r>
          <a:r>
            <a:rPr lang="en-US" b="1" i="0" baseline="0"/>
            <a:t>incorrect or unsafe medicine combinations</a:t>
          </a:r>
          <a:endParaRPr lang="en-US"/>
        </a:p>
      </dgm:t>
    </dgm:pt>
    <dgm:pt modelId="{5EDF7565-5969-46A3-8EDD-88F128BE6D49}" type="parTrans" cxnId="{BB2BDE54-1FB6-4A74-BD1F-8964E0632E1A}">
      <dgm:prSet/>
      <dgm:spPr/>
      <dgm:t>
        <a:bodyPr/>
        <a:lstStyle/>
        <a:p>
          <a:endParaRPr lang="en-US"/>
        </a:p>
      </dgm:t>
    </dgm:pt>
    <dgm:pt modelId="{257F50CD-EC30-4542-8A22-CDF5B5779261}" type="sibTrans" cxnId="{BB2BDE54-1FB6-4A74-BD1F-8964E0632E1A}">
      <dgm:prSet/>
      <dgm:spPr/>
      <dgm:t>
        <a:bodyPr/>
        <a:lstStyle/>
        <a:p>
          <a:endParaRPr lang="en-US"/>
        </a:p>
      </dgm:t>
    </dgm:pt>
    <dgm:pt modelId="{DF1FD347-CE81-474E-8F48-63E89FBD0D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Long-term medicine use causes </a:t>
          </a:r>
          <a:r>
            <a:rPr lang="en-US" b="1" i="0" baseline="0"/>
            <a:t>hidden vitamin &amp; nutrient deficiencies</a:t>
          </a:r>
          <a:endParaRPr lang="en-US"/>
        </a:p>
      </dgm:t>
    </dgm:pt>
    <dgm:pt modelId="{D7ABBE5F-759B-4DC7-B119-88D09688BFF4}" type="parTrans" cxnId="{1573D934-45CD-4233-9282-4A696412A28F}">
      <dgm:prSet/>
      <dgm:spPr/>
      <dgm:t>
        <a:bodyPr/>
        <a:lstStyle/>
        <a:p>
          <a:endParaRPr lang="en-US"/>
        </a:p>
      </dgm:t>
    </dgm:pt>
    <dgm:pt modelId="{8582FACA-1D27-49AA-8162-CFCC759F21C3}" type="sibTrans" cxnId="{1573D934-45CD-4233-9282-4A696412A28F}">
      <dgm:prSet/>
      <dgm:spPr/>
      <dgm:t>
        <a:bodyPr/>
        <a:lstStyle/>
        <a:p>
          <a:endParaRPr lang="en-US"/>
        </a:p>
      </dgm:t>
    </dgm:pt>
    <dgm:pt modelId="{AA042E1F-2FEA-47E4-B55F-E069C7320F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Patients and caregivers </a:t>
          </a:r>
          <a:r>
            <a:rPr lang="en-US" b="1" i="0" baseline="0"/>
            <a:t>lack tools</a:t>
          </a:r>
          <a:r>
            <a:rPr lang="en-US" b="0" i="0" baseline="0"/>
            <a:t> to understand medicine effects</a:t>
          </a:r>
          <a:endParaRPr lang="en-US"/>
        </a:p>
      </dgm:t>
    </dgm:pt>
    <dgm:pt modelId="{9217F8DF-34C5-4191-9B71-02693977AB26}" type="parTrans" cxnId="{C5D7DA6F-559C-479D-8D14-754A4CEE9333}">
      <dgm:prSet/>
      <dgm:spPr/>
      <dgm:t>
        <a:bodyPr/>
        <a:lstStyle/>
        <a:p>
          <a:endParaRPr lang="en-US"/>
        </a:p>
      </dgm:t>
    </dgm:pt>
    <dgm:pt modelId="{DE9A3F38-9FAD-4D6B-A00E-BB8B3C515E3E}" type="sibTrans" cxnId="{C5D7DA6F-559C-479D-8D14-754A4CEE9333}">
      <dgm:prSet/>
      <dgm:spPr/>
      <dgm:t>
        <a:bodyPr/>
        <a:lstStyle/>
        <a:p>
          <a:endParaRPr lang="en-US"/>
        </a:p>
      </dgm:t>
    </dgm:pt>
    <dgm:pt modelId="{FAF41022-2085-4016-A523-6E4484A862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Doctor consultations are </a:t>
          </a:r>
          <a:r>
            <a:rPr lang="en-US" b="1" i="0" baseline="0"/>
            <a:t>time-limited</a:t>
          </a:r>
          <a:endParaRPr lang="en-US"/>
        </a:p>
      </dgm:t>
    </dgm:pt>
    <dgm:pt modelId="{599C8EBE-B4A5-47E6-87C9-2BDAE785A99A}" type="parTrans" cxnId="{5418E5A0-B2B1-426C-B582-EFFC91C41909}">
      <dgm:prSet/>
      <dgm:spPr/>
      <dgm:t>
        <a:bodyPr/>
        <a:lstStyle/>
        <a:p>
          <a:endParaRPr lang="en-US"/>
        </a:p>
      </dgm:t>
    </dgm:pt>
    <dgm:pt modelId="{317BE9F0-6361-41CF-B4BC-42EBEF9ED2A6}" type="sibTrans" cxnId="{5418E5A0-B2B1-426C-B582-EFFC91C41909}">
      <dgm:prSet/>
      <dgm:spPr/>
      <dgm:t>
        <a:bodyPr/>
        <a:lstStyle/>
        <a:p>
          <a:endParaRPr lang="en-US"/>
        </a:p>
      </dgm:t>
    </dgm:pt>
    <dgm:pt modelId="{6A5B1BF1-4FE0-4CB1-9255-ACA892E678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Manual checking is </a:t>
          </a:r>
          <a:r>
            <a:rPr lang="en-US" b="1" i="0" baseline="0"/>
            <a:t>slow and error-prone</a:t>
          </a:r>
          <a:endParaRPr lang="en-US"/>
        </a:p>
      </dgm:t>
    </dgm:pt>
    <dgm:pt modelId="{10A3AAF3-9A98-47D4-BC5E-A2D0244597B2}" type="parTrans" cxnId="{E18FC91E-2CC1-4AEC-90B6-94F589D3388B}">
      <dgm:prSet/>
      <dgm:spPr/>
      <dgm:t>
        <a:bodyPr/>
        <a:lstStyle/>
        <a:p>
          <a:endParaRPr lang="en-US"/>
        </a:p>
      </dgm:t>
    </dgm:pt>
    <dgm:pt modelId="{6390916C-9813-4EDB-9AB9-027D0A521979}" type="sibTrans" cxnId="{E18FC91E-2CC1-4AEC-90B6-94F589D3388B}">
      <dgm:prSet/>
      <dgm:spPr/>
      <dgm:t>
        <a:bodyPr/>
        <a:lstStyle/>
        <a:p>
          <a:endParaRPr lang="en-US"/>
        </a:p>
      </dgm:t>
    </dgm:pt>
    <dgm:pt modelId="{4E083CC3-1AF7-4DCC-83E6-F1F3E96502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Results in </a:t>
          </a:r>
          <a:r>
            <a:rPr lang="en-US" b="1" i="0" baseline="0"/>
            <a:t>preventable health risks</a:t>
          </a:r>
          <a:endParaRPr lang="en-US"/>
        </a:p>
      </dgm:t>
    </dgm:pt>
    <dgm:pt modelId="{A49657C1-010D-4BA2-BC5B-BC1D9BCFA1B9}" type="parTrans" cxnId="{52CE1358-A3D4-47D7-B00B-196A418DC9F6}">
      <dgm:prSet/>
      <dgm:spPr/>
      <dgm:t>
        <a:bodyPr/>
        <a:lstStyle/>
        <a:p>
          <a:endParaRPr lang="en-US"/>
        </a:p>
      </dgm:t>
    </dgm:pt>
    <dgm:pt modelId="{ED7BD137-F29E-4A21-AAF8-1E65F0C16E31}" type="sibTrans" cxnId="{52CE1358-A3D4-47D7-B00B-196A418DC9F6}">
      <dgm:prSet/>
      <dgm:spPr/>
      <dgm:t>
        <a:bodyPr/>
        <a:lstStyle/>
        <a:p>
          <a:endParaRPr lang="en-US"/>
        </a:p>
      </dgm:t>
    </dgm:pt>
    <dgm:pt modelId="{52CE105A-6AF5-45F0-891E-113AE4303C96}" type="pres">
      <dgm:prSet presAssocID="{ADAF995A-890D-4666-BF1A-149E79F24065}" presName="root" presStyleCnt="0">
        <dgm:presLayoutVars>
          <dgm:dir/>
          <dgm:resizeHandles val="exact"/>
        </dgm:presLayoutVars>
      </dgm:prSet>
      <dgm:spPr/>
    </dgm:pt>
    <dgm:pt modelId="{46BD229F-A691-4003-A752-E863ECB13A69}" type="pres">
      <dgm:prSet presAssocID="{49B02C57-B372-4DA4-8C0D-6DBD946C6D52}" presName="compNode" presStyleCnt="0"/>
      <dgm:spPr/>
    </dgm:pt>
    <dgm:pt modelId="{25B206D0-91F5-460A-BCA3-1C9DDA82D1D2}" type="pres">
      <dgm:prSet presAssocID="{49B02C57-B372-4DA4-8C0D-6DBD946C6D52}" presName="bgRect" presStyleLbl="bgShp" presStyleIdx="0" presStyleCnt="8" custLinFactNeighborY="-4500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1BA52779-0676-497B-98A1-A6AD6BFF96EF}" type="pres">
      <dgm:prSet presAssocID="{49B02C57-B372-4DA4-8C0D-6DBD946C6D52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EB77E50E-0832-4467-B387-2EB04056AFF2}" type="pres">
      <dgm:prSet presAssocID="{49B02C57-B372-4DA4-8C0D-6DBD946C6D52}" presName="spaceRect" presStyleCnt="0"/>
      <dgm:spPr/>
    </dgm:pt>
    <dgm:pt modelId="{46C40D6D-CB2E-47F9-8C4E-5768157E5384}" type="pres">
      <dgm:prSet presAssocID="{49B02C57-B372-4DA4-8C0D-6DBD946C6D52}" presName="parTx" presStyleLbl="revTx" presStyleIdx="0" presStyleCnt="8">
        <dgm:presLayoutVars>
          <dgm:chMax val="0"/>
          <dgm:chPref val="0"/>
        </dgm:presLayoutVars>
      </dgm:prSet>
      <dgm:spPr/>
    </dgm:pt>
    <dgm:pt modelId="{44E55286-9433-4FE0-9B48-3021FB36CD63}" type="pres">
      <dgm:prSet presAssocID="{0FE794B9-04B1-45A2-A0E6-A61A8C761ECD}" presName="sibTrans" presStyleCnt="0"/>
      <dgm:spPr/>
    </dgm:pt>
    <dgm:pt modelId="{ACDFD778-45B8-4EE6-89BC-7E54FCCCB891}" type="pres">
      <dgm:prSet presAssocID="{759FE67B-7F88-4934-8EA9-EA74188C2DD9}" presName="compNode" presStyleCnt="0"/>
      <dgm:spPr/>
    </dgm:pt>
    <dgm:pt modelId="{A6AC322E-9742-4CB5-96DD-618BC91BCCC8}" type="pres">
      <dgm:prSet presAssocID="{759FE67B-7F88-4934-8EA9-EA74188C2DD9}" presName="bgRect" presStyleLbl="bgShp" presStyleIdx="1" presStyleCnt="8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6060490A-5E70-43EC-9FDC-4354198F8CBB}" type="pres">
      <dgm:prSet presAssocID="{759FE67B-7F88-4934-8EA9-EA74188C2DD9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0BF3AA57-3AAB-49C6-B089-206A78484099}" type="pres">
      <dgm:prSet presAssocID="{759FE67B-7F88-4934-8EA9-EA74188C2DD9}" presName="spaceRect" presStyleCnt="0"/>
      <dgm:spPr/>
    </dgm:pt>
    <dgm:pt modelId="{1DA972E3-F485-4C34-8982-DE094853E111}" type="pres">
      <dgm:prSet presAssocID="{759FE67B-7F88-4934-8EA9-EA74188C2DD9}" presName="parTx" presStyleLbl="revTx" presStyleIdx="1" presStyleCnt="8">
        <dgm:presLayoutVars>
          <dgm:chMax val="0"/>
          <dgm:chPref val="0"/>
        </dgm:presLayoutVars>
      </dgm:prSet>
      <dgm:spPr/>
    </dgm:pt>
    <dgm:pt modelId="{4A9B3EB2-292D-4531-A037-6794E139B0EA}" type="pres">
      <dgm:prSet presAssocID="{388337FC-2969-433A-98CF-601B1ABAD5D2}" presName="sibTrans" presStyleCnt="0"/>
      <dgm:spPr/>
    </dgm:pt>
    <dgm:pt modelId="{C8DA5FF1-B590-49CE-86FE-96516039093F}" type="pres">
      <dgm:prSet presAssocID="{A4036BFB-0DB6-4EFC-B754-E1B5E08D90E4}" presName="compNode" presStyleCnt="0"/>
      <dgm:spPr/>
    </dgm:pt>
    <dgm:pt modelId="{66E269EF-80CD-4075-B1D2-42C4DA127DE8}" type="pres">
      <dgm:prSet presAssocID="{A4036BFB-0DB6-4EFC-B754-E1B5E08D90E4}" presName="bgRect" presStyleLbl="bgShp" presStyleIdx="2" presStyleCnt="8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420F73A1-2490-4AB0-B728-A9966EACD75E}" type="pres">
      <dgm:prSet presAssocID="{A4036BFB-0DB6-4EFC-B754-E1B5E08D90E4}" presName="iconRect" presStyleLbl="node1" presStyleIdx="2" presStyleCnt="8"/>
      <dgm:spPr/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0CA5043-BA8D-4103-9F94-17FC7E5522DC}" type="pres">
      <dgm:prSet presAssocID="{A4036BFB-0DB6-4EFC-B754-E1B5E08D90E4}" presName="spaceRect" presStyleCnt="0"/>
      <dgm:spPr/>
    </dgm:pt>
    <dgm:pt modelId="{24414FBC-3F2B-414E-9DC4-1503BF01970E}" type="pres">
      <dgm:prSet presAssocID="{A4036BFB-0DB6-4EFC-B754-E1B5E08D90E4}" presName="parTx" presStyleLbl="revTx" presStyleIdx="2" presStyleCnt="8">
        <dgm:presLayoutVars>
          <dgm:chMax val="0"/>
          <dgm:chPref val="0"/>
        </dgm:presLayoutVars>
      </dgm:prSet>
      <dgm:spPr/>
    </dgm:pt>
    <dgm:pt modelId="{E31712B9-A7DC-43E7-B7EB-7AAE87AF4700}" type="pres">
      <dgm:prSet presAssocID="{257F50CD-EC30-4542-8A22-CDF5B5779261}" presName="sibTrans" presStyleCnt="0"/>
      <dgm:spPr/>
    </dgm:pt>
    <dgm:pt modelId="{6751F210-DC07-4820-9B15-1F1C0D6FFE12}" type="pres">
      <dgm:prSet presAssocID="{DF1FD347-CE81-474E-8F48-63E89FBD0D22}" presName="compNode" presStyleCnt="0"/>
      <dgm:spPr/>
    </dgm:pt>
    <dgm:pt modelId="{5EDB2E90-5D24-49D7-A1BC-B4E74FE2AF54}" type="pres">
      <dgm:prSet presAssocID="{DF1FD347-CE81-474E-8F48-63E89FBD0D22}" presName="bgRect" presStyleLbl="bgShp" presStyleIdx="3" presStyleCnt="8" custLinFactNeighborX="473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4923EE9D-B704-4C9C-8CC6-B585BF6227A2}" type="pres">
      <dgm:prSet presAssocID="{DF1FD347-CE81-474E-8F48-63E89FBD0D22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F848B2CD-32A8-4418-90B5-18AD2C2FA34B}" type="pres">
      <dgm:prSet presAssocID="{DF1FD347-CE81-474E-8F48-63E89FBD0D22}" presName="spaceRect" presStyleCnt="0"/>
      <dgm:spPr/>
    </dgm:pt>
    <dgm:pt modelId="{FB1C7456-3182-46B3-81BC-F294842D9AB8}" type="pres">
      <dgm:prSet presAssocID="{DF1FD347-CE81-474E-8F48-63E89FBD0D22}" presName="parTx" presStyleLbl="revTx" presStyleIdx="3" presStyleCnt="8">
        <dgm:presLayoutVars>
          <dgm:chMax val="0"/>
          <dgm:chPref val="0"/>
        </dgm:presLayoutVars>
      </dgm:prSet>
      <dgm:spPr/>
    </dgm:pt>
    <dgm:pt modelId="{FC7F2501-49B2-44DE-83F4-5BE97E9C7017}" type="pres">
      <dgm:prSet presAssocID="{8582FACA-1D27-49AA-8162-CFCC759F21C3}" presName="sibTrans" presStyleCnt="0"/>
      <dgm:spPr/>
    </dgm:pt>
    <dgm:pt modelId="{6063D628-DEC5-40F8-BE04-D8B0994F23B6}" type="pres">
      <dgm:prSet presAssocID="{AA042E1F-2FEA-47E4-B55F-E069C7320FD1}" presName="compNode" presStyleCnt="0"/>
      <dgm:spPr/>
    </dgm:pt>
    <dgm:pt modelId="{A145C44D-5574-4034-97FE-D3317392016E}" type="pres">
      <dgm:prSet presAssocID="{AA042E1F-2FEA-47E4-B55F-E069C7320FD1}" presName="bgRect" presStyleLbl="bgShp" presStyleIdx="4" presStyleCnt="8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C23C405F-40A0-4876-BB12-33C57347FF59}" type="pres">
      <dgm:prSet presAssocID="{AA042E1F-2FEA-47E4-B55F-E069C7320FD1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CC481A6-9079-4C69-9573-0E612172502A}" type="pres">
      <dgm:prSet presAssocID="{AA042E1F-2FEA-47E4-B55F-E069C7320FD1}" presName="spaceRect" presStyleCnt="0"/>
      <dgm:spPr/>
    </dgm:pt>
    <dgm:pt modelId="{A858C1E8-211C-402D-8939-23498368EC01}" type="pres">
      <dgm:prSet presAssocID="{AA042E1F-2FEA-47E4-B55F-E069C7320FD1}" presName="parTx" presStyleLbl="revTx" presStyleIdx="4" presStyleCnt="8">
        <dgm:presLayoutVars>
          <dgm:chMax val="0"/>
          <dgm:chPref val="0"/>
        </dgm:presLayoutVars>
      </dgm:prSet>
      <dgm:spPr/>
    </dgm:pt>
    <dgm:pt modelId="{5C3A30BA-447D-4EFF-838B-E8145D68B7C0}" type="pres">
      <dgm:prSet presAssocID="{DE9A3F38-9FAD-4D6B-A00E-BB8B3C515E3E}" presName="sibTrans" presStyleCnt="0"/>
      <dgm:spPr/>
    </dgm:pt>
    <dgm:pt modelId="{8D6A9A10-39FE-44CF-BD33-6B5151742ED0}" type="pres">
      <dgm:prSet presAssocID="{FAF41022-2085-4016-A523-6E4484A862AD}" presName="compNode" presStyleCnt="0"/>
      <dgm:spPr/>
    </dgm:pt>
    <dgm:pt modelId="{AF8495F2-F28F-415D-9E83-DF9FC4012707}" type="pres">
      <dgm:prSet presAssocID="{FAF41022-2085-4016-A523-6E4484A862AD}" presName="bgRect" presStyleLbl="bgShp" presStyleIdx="5" presStyleCnt="8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076F41F8-D100-460F-AD3C-A3F9563D03A4}" type="pres">
      <dgm:prSet presAssocID="{FAF41022-2085-4016-A523-6E4484A862AD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91EBC55A-D62F-4167-B32C-AFFF5496418A}" type="pres">
      <dgm:prSet presAssocID="{FAF41022-2085-4016-A523-6E4484A862AD}" presName="spaceRect" presStyleCnt="0"/>
      <dgm:spPr/>
    </dgm:pt>
    <dgm:pt modelId="{7D9CD9E5-2074-415C-9A87-D03E7CE78189}" type="pres">
      <dgm:prSet presAssocID="{FAF41022-2085-4016-A523-6E4484A862AD}" presName="parTx" presStyleLbl="revTx" presStyleIdx="5" presStyleCnt="8">
        <dgm:presLayoutVars>
          <dgm:chMax val="0"/>
          <dgm:chPref val="0"/>
        </dgm:presLayoutVars>
      </dgm:prSet>
      <dgm:spPr/>
    </dgm:pt>
    <dgm:pt modelId="{2AFD59DF-7D5B-45E6-BC35-B60F70C91240}" type="pres">
      <dgm:prSet presAssocID="{317BE9F0-6361-41CF-B4BC-42EBEF9ED2A6}" presName="sibTrans" presStyleCnt="0"/>
      <dgm:spPr/>
    </dgm:pt>
    <dgm:pt modelId="{DF3DC988-FFE0-4DD1-B6E0-D0EB2BD00C64}" type="pres">
      <dgm:prSet presAssocID="{6A5B1BF1-4FE0-4CB1-9255-ACA892E678B1}" presName="compNode" presStyleCnt="0"/>
      <dgm:spPr/>
    </dgm:pt>
    <dgm:pt modelId="{BCE5BC4A-CDC1-4D36-B34B-4FD4AF29F9AD}" type="pres">
      <dgm:prSet presAssocID="{6A5B1BF1-4FE0-4CB1-9255-ACA892E678B1}" presName="bgRect" presStyleLbl="bgShp" presStyleIdx="6" presStyleCnt="8" custLinFactNeighborY="4500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072ABD84-573E-42F1-97CD-FA657165C57C}" type="pres">
      <dgm:prSet presAssocID="{6A5B1BF1-4FE0-4CB1-9255-ACA892E678B1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0BD000C9-B725-4A41-AF15-6F663D985900}" type="pres">
      <dgm:prSet presAssocID="{6A5B1BF1-4FE0-4CB1-9255-ACA892E678B1}" presName="spaceRect" presStyleCnt="0"/>
      <dgm:spPr/>
    </dgm:pt>
    <dgm:pt modelId="{81D3D597-34F2-4577-86E5-7A87303B9CAD}" type="pres">
      <dgm:prSet presAssocID="{6A5B1BF1-4FE0-4CB1-9255-ACA892E678B1}" presName="parTx" presStyleLbl="revTx" presStyleIdx="6" presStyleCnt="8">
        <dgm:presLayoutVars>
          <dgm:chMax val="0"/>
          <dgm:chPref val="0"/>
        </dgm:presLayoutVars>
      </dgm:prSet>
      <dgm:spPr/>
    </dgm:pt>
    <dgm:pt modelId="{73FA6D74-43B5-4301-B002-2B4FECC8643F}" type="pres">
      <dgm:prSet presAssocID="{6390916C-9813-4EDB-9AB9-027D0A521979}" presName="sibTrans" presStyleCnt="0"/>
      <dgm:spPr/>
    </dgm:pt>
    <dgm:pt modelId="{CE499CB9-A323-463B-B409-4317AA00ACDE}" type="pres">
      <dgm:prSet presAssocID="{4E083CC3-1AF7-4DCC-83E6-F1F3E9650257}" presName="compNode" presStyleCnt="0"/>
      <dgm:spPr/>
    </dgm:pt>
    <dgm:pt modelId="{F7153CBF-7F33-445A-83CA-3F40C6BDC6A6}" type="pres">
      <dgm:prSet presAssocID="{4E083CC3-1AF7-4DCC-83E6-F1F3E9650257}" presName="bgRect" presStyleLbl="bgShp" presStyleIdx="7" presStyleCnt="8" custLinFactNeighborX="789" custLinFactNeighborY="-1649"/>
      <dgm:spPr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</dgm:spPr>
    </dgm:pt>
    <dgm:pt modelId="{7455C5A0-C2D8-4F34-A404-2CCF53CA7910}" type="pres">
      <dgm:prSet presAssocID="{4E083CC3-1AF7-4DCC-83E6-F1F3E9650257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332C2076-07AB-454D-A352-76A662D58C18}" type="pres">
      <dgm:prSet presAssocID="{4E083CC3-1AF7-4DCC-83E6-F1F3E9650257}" presName="spaceRect" presStyleCnt="0"/>
      <dgm:spPr/>
    </dgm:pt>
    <dgm:pt modelId="{404CF907-EDA1-466D-A39B-945E6173D265}" type="pres">
      <dgm:prSet presAssocID="{4E083CC3-1AF7-4DCC-83E6-F1F3E9650257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3862107-3D16-41CE-BE83-74360F9AF036}" type="presOf" srcId="{4E083CC3-1AF7-4DCC-83E6-F1F3E9650257}" destId="{404CF907-EDA1-466D-A39B-945E6173D265}" srcOrd="0" destOrd="0" presId="urn:microsoft.com/office/officeart/2018/2/layout/IconVerticalSolidList"/>
    <dgm:cxn modelId="{E83CB513-855D-4E84-8D23-C2C22430B12A}" type="presOf" srcId="{ADAF995A-890D-4666-BF1A-149E79F24065}" destId="{52CE105A-6AF5-45F0-891E-113AE4303C96}" srcOrd="0" destOrd="0" presId="urn:microsoft.com/office/officeart/2018/2/layout/IconVerticalSolidList"/>
    <dgm:cxn modelId="{13E56E1D-7A9B-420E-9D01-053AA317C410}" srcId="{ADAF995A-890D-4666-BF1A-149E79F24065}" destId="{49B02C57-B372-4DA4-8C0D-6DBD946C6D52}" srcOrd="0" destOrd="0" parTransId="{65E454B2-3823-4B58-A3B6-AFA2E59BA76B}" sibTransId="{0FE794B9-04B1-45A2-A0E6-A61A8C761ECD}"/>
    <dgm:cxn modelId="{E18FC91E-2CC1-4AEC-90B6-94F589D3388B}" srcId="{ADAF995A-890D-4666-BF1A-149E79F24065}" destId="{6A5B1BF1-4FE0-4CB1-9255-ACA892E678B1}" srcOrd="6" destOrd="0" parTransId="{10A3AAF3-9A98-47D4-BC5E-A2D0244597B2}" sibTransId="{6390916C-9813-4EDB-9AB9-027D0A521979}"/>
    <dgm:cxn modelId="{1573D934-45CD-4233-9282-4A696412A28F}" srcId="{ADAF995A-890D-4666-BF1A-149E79F24065}" destId="{DF1FD347-CE81-474E-8F48-63E89FBD0D22}" srcOrd="3" destOrd="0" parTransId="{D7ABBE5F-759B-4DC7-B119-88D09688BFF4}" sibTransId="{8582FACA-1D27-49AA-8162-CFCC759F21C3}"/>
    <dgm:cxn modelId="{38C1EA46-D465-47EA-AE61-6D57ACCFB42E}" type="presOf" srcId="{FAF41022-2085-4016-A523-6E4484A862AD}" destId="{7D9CD9E5-2074-415C-9A87-D03E7CE78189}" srcOrd="0" destOrd="0" presId="urn:microsoft.com/office/officeart/2018/2/layout/IconVerticalSolidList"/>
    <dgm:cxn modelId="{E676AE69-9C4D-45A2-AA0D-FF5D303A28F2}" type="presOf" srcId="{49B02C57-B372-4DA4-8C0D-6DBD946C6D52}" destId="{46C40D6D-CB2E-47F9-8C4E-5768157E5384}" srcOrd="0" destOrd="0" presId="urn:microsoft.com/office/officeart/2018/2/layout/IconVerticalSolidList"/>
    <dgm:cxn modelId="{C5D7DA6F-559C-479D-8D14-754A4CEE9333}" srcId="{ADAF995A-890D-4666-BF1A-149E79F24065}" destId="{AA042E1F-2FEA-47E4-B55F-E069C7320FD1}" srcOrd="4" destOrd="0" parTransId="{9217F8DF-34C5-4191-9B71-02693977AB26}" sibTransId="{DE9A3F38-9FAD-4D6B-A00E-BB8B3C515E3E}"/>
    <dgm:cxn modelId="{BB2BDE54-1FB6-4A74-BD1F-8964E0632E1A}" srcId="{ADAF995A-890D-4666-BF1A-149E79F24065}" destId="{A4036BFB-0DB6-4EFC-B754-E1B5E08D90E4}" srcOrd="2" destOrd="0" parTransId="{5EDF7565-5969-46A3-8EDD-88F128BE6D49}" sibTransId="{257F50CD-EC30-4542-8A22-CDF5B5779261}"/>
    <dgm:cxn modelId="{52CE1358-A3D4-47D7-B00B-196A418DC9F6}" srcId="{ADAF995A-890D-4666-BF1A-149E79F24065}" destId="{4E083CC3-1AF7-4DCC-83E6-F1F3E9650257}" srcOrd="7" destOrd="0" parTransId="{A49657C1-010D-4BA2-BC5B-BC1D9BCFA1B9}" sibTransId="{ED7BD137-F29E-4A21-AAF8-1E65F0C16E31}"/>
    <dgm:cxn modelId="{9039747A-5A41-4B39-8016-16ECF0187FFC}" type="presOf" srcId="{AA042E1F-2FEA-47E4-B55F-E069C7320FD1}" destId="{A858C1E8-211C-402D-8939-23498368EC01}" srcOrd="0" destOrd="0" presId="urn:microsoft.com/office/officeart/2018/2/layout/IconVerticalSolidList"/>
    <dgm:cxn modelId="{5418E5A0-B2B1-426C-B582-EFFC91C41909}" srcId="{ADAF995A-890D-4666-BF1A-149E79F24065}" destId="{FAF41022-2085-4016-A523-6E4484A862AD}" srcOrd="5" destOrd="0" parTransId="{599C8EBE-B4A5-47E6-87C9-2BDAE785A99A}" sibTransId="{317BE9F0-6361-41CF-B4BC-42EBEF9ED2A6}"/>
    <dgm:cxn modelId="{7C467AA7-9417-463E-B099-87C829E66E22}" type="presOf" srcId="{759FE67B-7F88-4934-8EA9-EA74188C2DD9}" destId="{1DA972E3-F485-4C34-8982-DE094853E111}" srcOrd="0" destOrd="0" presId="urn:microsoft.com/office/officeart/2018/2/layout/IconVerticalSolidList"/>
    <dgm:cxn modelId="{B9E804C9-0972-4C33-A74A-A6735CB756B8}" type="presOf" srcId="{DF1FD347-CE81-474E-8F48-63E89FBD0D22}" destId="{FB1C7456-3182-46B3-81BC-F294842D9AB8}" srcOrd="0" destOrd="0" presId="urn:microsoft.com/office/officeart/2018/2/layout/IconVerticalSolidList"/>
    <dgm:cxn modelId="{D8974BCE-FCB1-4FDA-A749-9C3CB28A8C3B}" type="presOf" srcId="{6A5B1BF1-4FE0-4CB1-9255-ACA892E678B1}" destId="{81D3D597-34F2-4577-86E5-7A87303B9CAD}" srcOrd="0" destOrd="0" presId="urn:microsoft.com/office/officeart/2018/2/layout/IconVerticalSolidList"/>
    <dgm:cxn modelId="{2B1955EF-5CA1-4C35-9C04-AEC9DF04C45E}" srcId="{ADAF995A-890D-4666-BF1A-149E79F24065}" destId="{759FE67B-7F88-4934-8EA9-EA74188C2DD9}" srcOrd="1" destOrd="0" parTransId="{5A4F9726-73AC-4430-A933-5E69AF817DA2}" sibTransId="{388337FC-2969-433A-98CF-601B1ABAD5D2}"/>
    <dgm:cxn modelId="{4CBDB8F1-6B10-41C4-81F4-7102A4FC50EA}" type="presOf" srcId="{A4036BFB-0DB6-4EFC-B754-E1B5E08D90E4}" destId="{24414FBC-3F2B-414E-9DC4-1503BF01970E}" srcOrd="0" destOrd="0" presId="urn:microsoft.com/office/officeart/2018/2/layout/IconVerticalSolidList"/>
    <dgm:cxn modelId="{5768EC23-2396-4471-A12E-A71C66FEAB46}" type="presParOf" srcId="{52CE105A-6AF5-45F0-891E-113AE4303C96}" destId="{46BD229F-A691-4003-A752-E863ECB13A69}" srcOrd="0" destOrd="0" presId="urn:microsoft.com/office/officeart/2018/2/layout/IconVerticalSolidList"/>
    <dgm:cxn modelId="{371B192D-0123-4DEC-AAFD-7FA95B18E8D2}" type="presParOf" srcId="{46BD229F-A691-4003-A752-E863ECB13A69}" destId="{25B206D0-91F5-460A-BCA3-1C9DDA82D1D2}" srcOrd="0" destOrd="0" presId="urn:microsoft.com/office/officeart/2018/2/layout/IconVerticalSolidList"/>
    <dgm:cxn modelId="{023BD110-7A56-47BF-A474-DFEECEB4A21A}" type="presParOf" srcId="{46BD229F-A691-4003-A752-E863ECB13A69}" destId="{1BA52779-0676-497B-98A1-A6AD6BFF96EF}" srcOrd="1" destOrd="0" presId="urn:microsoft.com/office/officeart/2018/2/layout/IconVerticalSolidList"/>
    <dgm:cxn modelId="{C9BFD9EE-64A7-4B8A-8C46-9AD30211B4B6}" type="presParOf" srcId="{46BD229F-A691-4003-A752-E863ECB13A69}" destId="{EB77E50E-0832-4467-B387-2EB04056AFF2}" srcOrd="2" destOrd="0" presId="urn:microsoft.com/office/officeart/2018/2/layout/IconVerticalSolidList"/>
    <dgm:cxn modelId="{7F7CC7FD-C066-4F46-A729-BF6A5C15C0E4}" type="presParOf" srcId="{46BD229F-A691-4003-A752-E863ECB13A69}" destId="{46C40D6D-CB2E-47F9-8C4E-5768157E5384}" srcOrd="3" destOrd="0" presId="urn:microsoft.com/office/officeart/2018/2/layout/IconVerticalSolidList"/>
    <dgm:cxn modelId="{9BC6D59E-33DD-4C97-884A-B1BCEA2A624E}" type="presParOf" srcId="{52CE105A-6AF5-45F0-891E-113AE4303C96}" destId="{44E55286-9433-4FE0-9B48-3021FB36CD63}" srcOrd="1" destOrd="0" presId="urn:microsoft.com/office/officeart/2018/2/layout/IconVerticalSolidList"/>
    <dgm:cxn modelId="{C26D3F59-B38B-43CB-8DCE-7766C4217EE5}" type="presParOf" srcId="{52CE105A-6AF5-45F0-891E-113AE4303C96}" destId="{ACDFD778-45B8-4EE6-89BC-7E54FCCCB891}" srcOrd="2" destOrd="0" presId="urn:microsoft.com/office/officeart/2018/2/layout/IconVerticalSolidList"/>
    <dgm:cxn modelId="{A2AD62CE-4243-4746-8440-33DAA665F90D}" type="presParOf" srcId="{ACDFD778-45B8-4EE6-89BC-7E54FCCCB891}" destId="{A6AC322E-9742-4CB5-96DD-618BC91BCCC8}" srcOrd="0" destOrd="0" presId="urn:microsoft.com/office/officeart/2018/2/layout/IconVerticalSolidList"/>
    <dgm:cxn modelId="{661CE0AC-0866-4A4E-8377-B9BBE3867F6E}" type="presParOf" srcId="{ACDFD778-45B8-4EE6-89BC-7E54FCCCB891}" destId="{6060490A-5E70-43EC-9FDC-4354198F8CBB}" srcOrd="1" destOrd="0" presId="urn:microsoft.com/office/officeart/2018/2/layout/IconVerticalSolidList"/>
    <dgm:cxn modelId="{4F0F9E50-1CF9-4603-9D13-2F6E726B8E8F}" type="presParOf" srcId="{ACDFD778-45B8-4EE6-89BC-7E54FCCCB891}" destId="{0BF3AA57-3AAB-49C6-B089-206A78484099}" srcOrd="2" destOrd="0" presId="urn:microsoft.com/office/officeart/2018/2/layout/IconVerticalSolidList"/>
    <dgm:cxn modelId="{3BB2FF81-5C5F-4BEF-B078-A7822458F229}" type="presParOf" srcId="{ACDFD778-45B8-4EE6-89BC-7E54FCCCB891}" destId="{1DA972E3-F485-4C34-8982-DE094853E111}" srcOrd="3" destOrd="0" presId="urn:microsoft.com/office/officeart/2018/2/layout/IconVerticalSolidList"/>
    <dgm:cxn modelId="{B7646D63-3668-47EE-9A1F-666D8A4B8F8A}" type="presParOf" srcId="{52CE105A-6AF5-45F0-891E-113AE4303C96}" destId="{4A9B3EB2-292D-4531-A037-6794E139B0EA}" srcOrd="3" destOrd="0" presId="urn:microsoft.com/office/officeart/2018/2/layout/IconVerticalSolidList"/>
    <dgm:cxn modelId="{98E21CC6-4899-41A6-A68A-335640EC1AE3}" type="presParOf" srcId="{52CE105A-6AF5-45F0-891E-113AE4303C96}" destId="{C8DA5FF1-B590-49CE-86FE-96516039093F}" srcOrd="4" destOrd="0" presId="urn:microsoft.com/office/officeart/2018/2/layout/IconVerticalSolidList"/>
    <dgm:cxn modelId="{3CD9776B-3BF0-47E0-A17A-5DA8ADFF8D0F}" type="presParOf" srcId="{C8DA5FF1-B590-49CE-86FE-96516039093F}" destId="{66E269EF-80CD-4075-B1D2-42C4DA127DE8}" srcOrd="0" destOrd="0" presId="urn:microsoft.com/office/officeart/2018/2/layout/IconVerticalSolidList"/>
    <dgm:cxn modelId="{8E2D0028-44BF-4472-A0FA-DDA593B6957A}" type="presParOf" srcId="{C8DA5FF1-B590-49CE-86FE-96516039093F}" destId="{420F73A1-2490-4AB0-B728-A9966EACD75E}" srcOrd="1" destOrd="0" presId="urn:microsoft.com/office/officeart/2018/2/layout/IconVerticalSolidList"/>
    <dgm:cxn modelId="{DA0E257B-9DA8-4EFC-8853-66057DE72A59}" type="presParOf" srcId="{C8DA5FF1-B590-49CE-86FE-96516039093F}" destId="{A0CA5043-BA8D-4103-9F94-17FC7E5522DC}" srcOrd="2" destOrd="0" presId="urn:microsoft.com/office/officeart/2018/2/layout/IconVerticalSolidList"/>
    <dgm:cxn modelId="{C1C7B2C6-A0C1-48A5-87CE-173A95FD2D90}" type="presParOf" srcId="{C8DA5FF1-B590-49CE-86FE-96516039093F}" destId="{24414FBC-3F2B-414E-9DC4-1503BF01970E}" srcOrd="3" destOrd="0" presId="urn:microsoft.com/office/officeart/2018/2/layout/IconVerticalSolidList"/>
    <dgm:cxn modelId="{66E1819C-1F30-484F-88BD-AD55F42F0258}" type="presParOf" srcId="{52CE105A-6AF5-45F0-891E-113AE4303C96}" destId="{E31712B9-A7DC-43E7-B7EB-7AAE87AF4700}" srcOrd="5" destOrd="0" presId="urn:microsoft.com/office/officeart/2018/2/layout/IconVerticalSolidList"/>
    <dgm:cxn modelId="{ADA99B2E-DD2B-4C72-B3B1-203B0996A4A0}" type="presParOf" srcId="{52CE105A-6AF5-45F0-891E-113AE4303C96}" destId="{6751F210-DC07-4820-9B15-1F1C0D6FFE12}" srcOrd="6" destOrd="0" presId="urn:microsoft.com/office/officeart/2018/2/layout/IconVerticalSolidList"/>
    <dgm:cxn modelId="{5AB52F5C-DF80-4CFB-BE59-B5DD0DD56F6B}" type="presParOf" srcId="{6751F210-DC07-4820-9B15-1F1C0D6FFE12}" destId="{5EDB2E90-5D24-49D7-A1BC-B4E74FE2AF54}" srcOrd="0" destOrd="0" presId="urn:microsoft.com/office/officeart/2018/2/layout/IconVerticalSolidList"/>
    <dgm:cxn modelId="{9E7B4192-B8C5-443E-A459-A7E68D66BF78}" type="presParOf" srcId="{6751F210-DC07-4820-9B15-1F1C0D6FFE12}" destId="{4923EE9D-B704-4C9C-8CC6-B585BF6227A2}" srcOrd="1" destOrd="0" presId="urn:microsoft.com/office/officeart/2018/2/layout/IconVerticalSolidList"/>
    <dgm:cxn modelId="{824BEA1E-2A4F-4031-8487-BFC9B5D0BC5A}" type="presParOf" srcId="{6751F210-DC07-4820-9B15-1F1C0D6FFE12}" destId="{F848B2CD-32A8-4418-90B5-18AD2C2FA34B}" srcOrd="2" destOrd="0" presId="urn:microsoft.com/office/officeart/2018/2/layout/IconVerticalSolidList"/>
    <dgm:cxn modelId="{D69A2E75-0FA2-43A5-A847-6D7989189066}" type="presParOf" srcId="{6751F210-DC07-4820-9B15-1F1C0D6FFE12}" destId="{FB1C7456-3182-46B3-81BC-F294842D9AB8}" srcOrd="3" destOrd="0" presId="urn:microsoft.com/office/officeart/2018/2/layout/IconVerticalSolidList"/>
    <dgm:cxn modelId="{9813E7A0-4538-47A5-8029-5187E510A45A}" type="presParOf" srcId="{52CE105A-6AF5-45F0-891E-113AE4303C96}" destId="{FC7F2501-49B2-44DE-83F4-5BE97E9C7017}" srcOrd="7" destOrd="0" presId="urn:microsoft.com/office/officeart/2018/2/layout/IconVerticalSolidList"/>
    <dgm:cxn modelId="{5FAC1316-041E-40EF-969B-DE6101F68C55}" type="presParOf" srcId="{52CE105A-6AF5-45F0-891E-113AE4303C96}" destId="{6063D628-DEC5-40F8-BE04-D8B0994F23B6}" srcOrd="8" destOrd="0" presId="urn:microsoft.com/office/officeart/2018/2/layout/IconVerticalSolidList"/>
    <dgm:cxn modelId="{8FF0E2A4-B7EE-4DED-A275-1C4307624096}" type="presParOf" srcId="{6063D628-DEC5-40F8-BE04-D8B0994F23B6}" destId="{A145C44D-5574-4034-97FE-D3317392016E}" srcOrd="0" destOrd="0" presId="urn:microsoft.com/office/officeart/2018/2/layout/IconVerticalSolidList"/>
    <dgm:cxn modelId="{EBDBBEFB-0EAD-4782-B007-7FD34D77D55F}" type="presParOf" srcId="{6063D628-DEC5-40F8-BE04-D8B0994F23B6}" destId="{C23C405F-40A0-4876-BB12-33C57347FF59}" srcOrd="1" destOrd="0" presId="urn:microsoft.com/office/officeart/2018/2/layout/IconVerticalSolidList"/>
    <dgm:cxn modelId="{9F5FEDF2-2ECA-465B-8D0C-A9D7D3A7A8E8}" type="presParOf" srcId="{6063D628-DEC5-40F8-BE04-D8B0994F23B6}" destId="{4CC481A6-9079-4C69-9573-0E612172502A}" srcOrd="2" destOrd="0" presId="urn:microsoft.com/office/officeart/2018/2/layout/IconVerticalSolidList"/>
    <dgm:cxn modelId="{9500F20E-498D-4D5D-835F-6BF813797DB5}" type="presParOf" srcId="{6063D628-DEC5-40F8-BE04-D8B0994F23B6}" destId="{A858C1E8-211C-402D-8939-23498368EC01}" srcOrd="3" destOrd="0" presId="urn:microsoft.com/office/officeart/2018/2/layout/IconVerticalSolidList"/>
    <dgm:cxn modelId="{1D6CD73F-BB51-4AA4-A32A-407F1BDEAB5F}" type="presParOf" srcId="{52CE105A-6AF5-45F0-891E-113AE4303C96}" destId="{5C3A30BA-447D-4EFF-838B-E8145D68B7C0}" srcOrd="9" destOrd="0" presId="urn:microsoft.com/office/officeart/2018/2/layout/IconVerticalSolidList"/>
    <dgm:cxn modelId="{7963F35B-3749-458B-846B-8EAE7243F6A5}" type="presParOf" srcId="{52CE105A-6AF5-45F0-891E-113AE4303C96}" destId="{8D6A9A10-39FE-44CF-BD33-6B5151742ED0}" srcOrd="10" destOrd="0" presId="urn:microsoft.com/office/officeart/2018/2/layout/IconVerticalSolidList"/>
    <dgm:cxn modelId="{60B332E6-ABBE-48C4-86EE-1E6B08CD3370}" type="presParOf" srcId="{8D6A9A10-39FE-44CF-BD33-6B5151742ED0}" destId="{AF8495F2-F28F-415D-9E83-DF9FC4012707}" srcOrd="0" destOrd="0" presId="urn:microsoft.com/office/officeart/2018/2/layout/IconVerticalSolidList"/>
    <dgm:cxn modelId="{B1192966-7DD5-4C21-9968-3CB4A11FF202}" type="presParOf" srcId="{8D6A9A10-39FE-44CF-BD33-6B5151742ED0}" destId="{076F41F8-D100-460F-AD3C-A3F9563D03A4}" srcOrd="1" destOrd="0" presId="urn:microsoft.com/office/officeart/2018/2/layout/IconVerticalSolidList"/>
    <dgm:cxn modelId="{2A8B94E3-DD09-403E-9CC8-3A63BE623D66}" type="presParOf" srcId="{8D6A9A10-39FE-44CF-BD33-6B5151742ED0}" destId="{91EBC55A-D62F-4167-B32C-AFFF5496418A}" srcOrd="2" destOrd="0" presId="urn:microsoft.com/office/officeart/2018/2/layout/IconVerticalSolidList"/>
    <dgm:cxn modelId="{6D494126-3089-4240-BB44-F6CF6F7C7016}" type="presParOf" srcId="{8D6A9A10-39FE-44CF-BD33-6B5151742ED0}" destId="{7D9CD9E5-2074-415C-9A87-D03E7CE78189}" srcOrd="3" destOrd="0" presId="urn:microsoft.com/office/officeart/2018/2/layout/IconVerticalSolidList"/>
    <dgm:cxn modelId="{41D9F850-EDB8-4902-8AB2-7EAB4E0C555C}" type="presParOf" srcId="{52CE105A-6AF5-45F0-891E-113AE4303C96}" destId="{2AFD59DF-7D5B-45E6-BC35-B60F70C91240}" srcOrd="11" destOrd="0" presId="urn:microsoft.com/office/officeart/2018/2/layout/IconVerticalSolidList"/>
    <dgm:cxn modelId="{DAB1263B-4769-4696-9FC2-3C4D45A71D63}" type="presParOf" srcId="{52CE105A-6AF5-45F0-891E-113AE4303C96}" destId="{DF3DC988-FFE0-4DD1-B6E0-D0EB2BD00C64}" srcOrd="12" destOrd="0" presId="urn:microsoft.com/office/officeart/2018/2/layout/IconVerticalSolidList"/>
    <dgm:cxn modelId="{A5B71302-510F-4EBA-B43F-F76A8BDC3229}" type="presParOf" srcId="{DF3DC988-FFE0-4DD1-B6E0-D0EB2BD00C64}" destId="{BCE5BC4A-CDC1-4D36-B34B-4FD4AF29F9AD}" srcOrd="0" destOrd="0" presId="urn:microsoft.com/office/officeart/2018/2/layout/IconVerticalSolidList"/>
    <dgm:cxn modelId="{D56985B0-3FA5-482F-9474-27C3FC758BE5}" type="presParOf" srcId="{DF3DC988-FFE0-4DD1-B6E0-D0EB2BD00C64}" destId="{072ABD84-573E-42F1-97CD-FA657165C57C}" srcOrd="1" destOrd="0" presId="urn:microsoft.com/office/officeart/2018/2/layout/IconVerticalSolidList"/>
    <dgm:cxn modelId="{A7513515-E24D-4809-9E5F-9FBF7B4E1046}" type="presParOf" srcId="{DF3DC988-FFE0-4DD1-B6E0-D0EB2BD00C64}" destId="{0BD000C9-B725-4A41-AF15-6F663D985900}" srcOrd="2" destOrd="0" presId="urn:microsoft.com/office/officeart/2018/2/layout/IconVerticalSolidList"/>
    <dgm:cxn modelId="{70BBBE73-A15B-417B-94B9-6CCFDE02DCD6}" type="presParOf" srcId="{DF3DC988-FFE0-4DD1-B6E0-D0EB2BD00C64}" destId="{81D3D597-34F2-4577-86E5-7A87303B9CAD}" srcOrd="3" destOrd="0" presId="urn:microsoft.com/office/officeart/2018/2/layout/IconVerticalSolidList"/>
    <dgm:cxn modelId="{956E5092-D735-4324-BB94-8CA6F400C1B7}" type="presParOf" srcId="{52CE105A-6AF5-45F0-891E-113AE4303C96}" destId="{73FA6D74-43B5-4301-B002-2B4FECC8643F}" srcOrd="13" destOrd="0" presId="urn:microsoft.com/office/officeart/2018/2/layout/IconVerticalSolidList"/>
    <dgm:cxn modelId="{135E4AB3-E6F0-4DAF-83A0-3EC02F91C840}" type="presParOf" srcId="{52CE105A-6AF5-45F0-891E-113AE4303C96}" destId="{CE499CB9-A323-463B-B409-4317AA00ACDE}" srcOrd="14" destOrd="0" presId="urn:microsoft.com/office/officeart/2018/2/layout/IconVerticalSolidList"/>
    <dgm:cxn modelId="{47EE2270-B06E-4147-9E17-582BC5248B8E}" type="presParOf" srcId="{CE499CB9-A323-463B-B409-4317AA00ACDE}" destId="{F7153CBF-7F33-445A-83CA-3F40C6BDC6A6}" srcOrd="0" destOrd="0" presId="urn:microsoft.com/office/officeart/2018/2/layout/IconVerticalSolidList"/>
    <dgm:cxn modelId="{83F442B5-34F2-4D28-87DA-1E6003A4921B}" type="presParOf" srcId="{CE499CB9-A323-463B-B409-4317AA00ACDE}" destId="{7455C5A0-C2D8-4F34-A404-2CCF53CA7910}" srcOrd="1" destOrd="0" presId="urn:microsoft.com/office/officeart/2018/2/layout/IconVerticalSolidList"/>
    <dgm:cxn modelId="{1FC34A9D-2FED-4B7D-A59E-543D5CD5534A}" type="presParOf" srcId="{CE499CB9-A323-463B-B409-4317AA00ACDE}" destId="{332C2076-07AB-454D-A352-76A662D58C18}" srcOrd="2" destOrd="0" presId="urn:microsoft.com/office/officeart/2018/2/layout/IconVerticalSolidList"/>
    <dgm:cxn modelId="{59946DEF-E4ED-4F4F-AFE8-4825E0845CAC}" type="presParOf" srcId="{CE499CB9-A323-463B-B409-4317AA00ACDE}" destId="{404CF907-EDA1-466D-A39B-945E6173D2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CFD5CF-BBD5-4BE5-B815-DD00476703CD}" type="doc">
      <dgm:prSet loTypeId="urn:microsoft.com/office/officeart/2005/8/layout/default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5350DEF-ACE3-4EE1-A55A-69F550A97EC3}">
      <dgm:prSet/>
      <dgm:spPr/>
      <dgm:t>
        <a:bodyPr/>
        <a:lstStyle/>
        <a:p>
          <a:r>
            <a:rPr lang="en-US" b="1"/>
            <a:t>Who is affected</a:t>
          </a:r>
          <a:endParaRPr lang="en-US"/>
        </a:p>
      </dgm:t>
    </dgm:pt>
    <dgm:pt modelId="{F4AEB406-B5A5-48DF-A344-0E90AD41A5CC}" type="parTrans" cxnId="{7611378B-BEAC-44FD-AC2F-D8C0A83A09C9}">
      <dgm:prSet/>
      <dgm:spPr/>
      <dgm:t>
        <a:bodyPr/>
        <a:lstStyle/>
        <a:p>
          <a:endParaRPr lang="en-US"/>
        </a:p>
      </dgm:t>
    </dgm:pt>
    <dgm:pt modelId="{E892FD3E-EC8F-4C96-AD21-74B440B4B8AF}" type="sibTrans" cxnId="{7611378B-BEAC-44FD-AC2F-D8C0A83A09C9}">
      <dgm:prSet/>
      <dgm:spPr/>
      <dgm:t>
        <a:bodyPr/>
        <a:lstStyle/>
        <a:p>
          <a:endParaRPr lang="en-US"/>
        </a:p>
      </dgm:t>
    </dgm:pt>
    <dgm:pt modelId="{603D5CEE-4791-416A-8FCA-B56FE21F5808}">
      <dgm:prSet/>
      <dgm:spPr/>
      <dgm:t>
        <a:bodyPr/>
        <a:lstStyle/>
        <a:p>
          <a:r>
            <a:rPr lang="en-US"/>
            <a:t>👴 Geriatric patients</a:t>
          </a:r>
        </a:p>
      </dgm:t>
    </dgm:pt>
    <dgm:pt modelId="{10DCE9A9-DCAC-4706-98E7-D50D2C2126A3}" type="parTrans" cxnId="{F617418D-2A36-413E-A95C-93D6B2748456}">
      <dgm:prSet/>
      <dgm:spPr/>
      <dgm:t>
        <a:bodyPr/>
        <a:lstStyle/>
        <a:p>
          <a:endParaRPr lang="en-US"/>
        </a:p>
      </dgm:t>
    </dgm:pt>
    <dgm:pt modelId="{99628235-DC0E-4417-95BD-67E0EB40658C}" type="sibTrans" cxnId="{F617418D-2A36-413E-A95C-93D6B2748456}">
      <dgm:prSet/>
      <dgm:spPr/>
      <dgm:t>
        <a:bodyPr/>
        <a:lstStyle/>
        <a:p>
          <a:endParaRPr lang="en-US"/>
        </a:p>
      </dgm:t>
    </dgm:pt>
    <dgm:pt modelId="{26A1E7B8-FF55-473F-A551-DF8395FD334D}">
      <dgm:prSet/>
      <dgm:spPr/>
      <dgm:t>
        <a:bodyPr/>
        <a:lstStyle/>
        <a:p>
          <a:r>
            <a:rPr lang="en-US"/>
            <a:t>👨‍👩‍👧 Caregivers &amp; family members</a:t>
          </a:r>
        </a:p>
      </dgm:t>
    </dgm:pt>
    <dgm:pt modelId="{527F64A5-0459-4D40-96CC-A24572330688}" type="parTrans" cxnId="{7A067D7F-1584-414E-8059-E754B13D6843}">
      <dgm:prSet/>
      <dgm:spPr/>
      <dgm:t>
        <a:bodyPr/>
        <a:lstStyle/>
        <a:p>
          <a:endParaRPr lang="en-US"/>
        </a:p>
      </dgm:t>
    </dgm:pt>
    <dgm:pt modelId="{7CB842B7-8A2A-4995-A48B-15F8F0366CFF}" type="sibTrans" cxnId="{7A067D7F-1584-414E-8059-E754B13D6843}">
      <dgm:prSet/>
      <dgm:spPr/>
      <dgm:t>
        <a:bodyPr/>
        <a:lstStyle/>
        <a:p>
          <a:endParaRPr lang="en-US"/>
        </a:p>
      </dgm:t>
    </dgm:pt>
    <dgm:pt modelId="{8854C409-B795-4698-A5D8-65C3D9907DC9}">
      <dgm:prSet/>
      <dgm:spPr/>
      <dgm:t>
        <a:bodyPr/>
        <a:lstStyle/>
        <a:p>
          <a:r>
            <a:rPr lang="en-US"/>
            <a:t>👩‍⚕️ Doctors &amp; pharmacists</a:t>
          </a:r>
        </a:p>
      </dgm:t>
    </dgm:pt>
    <dgm:pt modelId="{187828AA-9018-4AC7-BE0C-DE2F14DC8411}" type="parTrans" cxnId="{58B907D3-8C46-42F9-A8A7-0890A98EF356}">
      <dgm:prSet/>
      <dgm:spPr/>
      <dgm:t>
        <a:bodyPr/>
        <a:lstStyle/>
        <a:p>
          <a:endParaRPr lang="en-US"/>
        </a:p>
      </dgm:t>
    </dgm:pt>
    <dgm:pt modelId="{0DE88C87-25B5-4181-A6E6-42D627058874}" type="sibTrans" cxnId="{58B907D3-8C46-42F9-A8A7-0890A98EF356}">
      <dgm:prSet/>
      <dgm:spPr/>
      <dgm:t>
        <a:bodyPr/>
        <a:lstStyle/>
        <a:p>
          <a:endParaRPr lang="en-US"/>
        </a:p>
      </dgm:t>
    </dgm:pt>
    <dgm:pt modelId="{498DC111-4294-493E-A2B2-445491ED5010}">
      <dgm:prSet/>
      <dgm:spPr/>
      <dgm:t>
        <a:bodyPr/>
        <a:lstStyle/>
        <a:p>
          <a:r>
            <a:rPr lang="en-US"/>
            <a:t>🏥 Hospitals &amp; healthcare institutions</a:t>
          </a:r>
        </a:p>
      </dgm:t>
    </dgm:pt>
    <dgm:pt modelId="{B6E9BF91-E1B6-444A-AD30-8A03A8CAD28E}" type="parTrans" cxnId="{8EB2354A-0633-4819-9F37-2570818D736E}">
      <dgm:prSet/>
      <dgm:spPr/>
      <dgm:t>
        <a:bodyPr/>
        <a:lstStyle/>
        <a:p>
          <a:endParaRPr lang="en-US"/>
        </a:p>
      </dgm:t>
    </dgm:pt>
    <dgm:pt modelId="{92B2F5FD-ED3B-457B-AEB3-52D873F91D99}" type="sibTrans" cxnId="{8EB2354A-0633-4819-9F37-2570818D736E}">
      <dgm:prSet/>
      <dgm:spPr/>
      <dgm:t>
        <a:bodyPr/>
        <a:lstStyle/>
        <a:p>
          <a:endParaRPr lang="en-US"/>
        </a:p>
      </dgm:t>
    </dgm:pt>
    <dgm:pt modelId="{8CF42BAB-5F56-423C-B93B-3C54125EC4E5}">
      <dgm:prSet/>
      <dgm:spPr/>
      <dgm:t>
        <a:bodyPr/>
        <a:lstStyle/>
        <a:p>
          <a:r>
            <a:rPr lang="en-US" b="1"/>
            <a:t>Who benefits from the solution</a:t>
          </a:r>
          <a:endParaRPr lang="en-US"/>
        </a:p>
      </dgm:t>
    </dgm:pt>
    <dgm:pt modelId="{9960E4F4-1F21-4941-B0E8-971DA154932B}" type="parTrans" cxnId="{3891F07B-7496-4298-9796-6DE9213FF158}">
      <dgm:prSet/>
      <dgm:spPr/>
      <dgm:t>
        <a:bodyPr/>
        <a:lstStyle/>
        <a:p>
          <a:endParaRPr lang="en-US"/>
        </a:p>
      </dgm:t>
    </dgm:pt>
    <dgm:pt modelId="{45EC6C98-F0A2-4A29-8021-C8479FBAF705}" type="sibTrans" cxnId="{3891F07B-7496-4298-9796-6DE9213FF158}">
      <dgm:prSet/>
      <dgm:spPr/>
      <dgm:t>
        <a:bodyPr/>
        <a:lstStyle/>
        <a:p>
          <a:endParaRPr lang="en-US"/>
        </a:p>
      </dgm:t>
    </dgm:pt>
    <dgm:pt modelId="{F10BF260-6968-45D1-9AA6-D877791CEA61}">
      <dgm:prSet/>
      <dgm:spPr/>
      <dgm:t>
        <a:bodyPr/>
        <a:lstStyle/>
        <a:p>
          <a:r>
            <a:rPr lang="en-US"/>
            <a:t>Patients get </a:t>
          </a:r>
          <a:r>
            <a:rPr lang="en-US" b="1"/>
            <a:t>safer medication management</a:t>
          </a:r>
          <a:endParaRPr lang="en-US"/>
        </a:p>
      </dgm:t>
    </dgm:pt>
    <dgm:pt modelId="{4C28AB71-4BB5-4D71-B12A-BCE1E1BC7884}" type="parTrans" cxnId="{5C0F20E8-12A9-47B8-BE49-C898AF425E7E}">
      <dgm:prSet/>
      <dgm:spPr/>
      <dgm:t>
        <a:bodyPr/>
        <a:lstStyle/>
        <a:p>
          <a:endParaRPr lang="en-US"/>
        </a:p>
      </dgm:t>
    </dgm:pt>
    <dgm:pt modelId="{0B152438-819B-4586-9415-95603A03BE75}" type="sibTrans" cxnId="{5C0F20E8-12A9-47B8-BE49-C898AF425E7E}">
      <dgm:prSet/>
      <dgm:spPr/>
      <dgm:t>
        <a:bodyPr/>
        <a:lstStyle/>
        <a:p>
          <a:endParaRPr lang="en-US"/>
        </a:p>
      </dgm:t>
    </dgm:pt>
    <dgm:pt modelId="{6AE49C0E-CD6A-48B5-B250-0CB62338040E}">
      <dgm:prSet/>
      <dgm:spPr/>
      <dgm:t>
        <a:bodyPr/>
        <a:lstStyle/>
        <a:p>
          <a:r>
            <a:rPr lang="en-US"/>
            <a:t>Caregivers gain </a:t>
          </a:r>
          <a:r>
            <a:rPr lang="en-US" b="1"/>
            <a:t>clarity &amp; confidence</a:t>
          </a:r>
          <a:endParaRPr lang="en-US"/>
        </a:p>
      </dgm:t>
    </dgm:pt>
    <dgm:pt modelId="{9F853011-A2A4-429B-9A2E-0C7AF0497582}" type="parTrans" cxnId="{39E1DEB8-A600-441C-8DAA-2909EE192494}">
      <dgm:prSet/>
      <dgm:spPr/>
      <dgm:t>
        <a:bodyPr/>
        <a:lstStyle/>
        <a:p>
          <a:endParaRPr lang="en-US"/>
        </a:p>
      </dgm:t>
    </dgm:pt>
    <dgm:pt modelId="{A445E563-2442-4BB7-B6BB-E6A76CCD4588}" type="sibTrans" cxnId="{39E1DEB8-A600-441C-8DAA-2909EE192494}">
      <dgm:prSet/>
      <dgm:spPr/>
      <dgm:t>
        <a:bodyPr/>
        <a:lstStyle/>
        <a:p>
          <a:endParaRPr lang="en-US"/>
        </a:p>
      </dgm:t>
    </dgm:pt>
    <dgm:pt modelId="{0CAB8858-4D39-41FE-B531-545F44480CEE}">
      <dgm:prSet/>
      <dgm:spPr/>
      <dgm:t>
        <a:bodyPr/>
        <a:lstStyle/>
        <a:p>
          <a:r>
            <a:rPr lang="en-US"/>
            <a:t>Doctors receive </a:t>
          </a:r>
          <a:r>
            <a:rPr lang="en-US" b="1"/>
            <a:t>decision support</a:t>
          </a:r>
          <a:endParaRPr lang="en-US"/>
        </a:p>
      </dgm:t>
    </dgm:pt>
    <dgm:pt modelId="{5013C621-7444-40BC-A418-8850E6E31A05}" type="parTrans" cxnId="{F40C8DB5-EFCA-465F-8A4F-13BD96A50D85}">
      <dgm:prSet/>
      <dgm:spPr/>
      <dgm:t>
        <a:bodyPr/>
        <a:lstStyle/>
        <a:p>
          <a:endParaRPr lang="en-US"/>
        </a:p>
      </dgm:t>
    </dgm:pt>
    <dgm:pt modelId="{3A23A586-871A-43ED-A1EC-CE97CE8A9D32}" type="sibTrans" cxnId="{F40C8DB5-EFCA-465F-8A4F-13BD96A50D85}">
      <dgm:prSet/>
      <dgm:spPr/>
      <dgm:t>
        <a:bodyPr/>
        <a:lstStyle/>
        <a:p>
          <a:endParaRPr lang="en-US"/>
        </a:p>
      </dgm:t>
    </dgm:pt>
    <dgm:pt modelId="{6318EAA7-63B1-43B8-A765-A4708D0EFB6B}">
      <dgm:prSet/>
      <dgm:spPr/>
      <dgm:t>
        <a:bodyPr/>
        <a:lstStyle/>
        <a:p>
          <a:r>
            <a:rPr lang="en-US"/>
            <a:t>Hospitals reduce </a:t>
          </a:r>
          <a:r>
            <a:rPr lang="en-US" b="1"/>
            <a:t>medication-related risks</a:t>
          </a:r>
          <a:endParaRPr lang="en-US"/>
        </a:p>
      </dgm:t>
    </dgm:pt>
    <dgm:pt modelId="{FBA7DA7A-DD9F-4C62-A952-FFFDC75753A3}" type="parTrans" cxnId="{631CA9B7-0BC6-4217-A881-56E1978F636F}">
      <dgm:prSet/>
      <dgm:spPr/>
      <dgm:t>
        <a:bodyPr/>
        <a:lstStyle/>
        <a:p>
          <a:endParaRPr lang="en-US"/>
        </a:p>
      </dgm:t>
    </dgm:pt>
    <dgm:pt modelId="{CDBEE563-0FB9-421A-8A2A-A9D5C9E26C73}" type="sibTrans" cxnId="{631CA9B7-0BC6-4217-A881-56E1978F636F}">
      <dgm:prSet/>
      <dgm:spPr/>
      <dgm:t>
        <a:bodyPr/>
        <a:lstStyle/>
        <a:p>
          <a:endParaRPr lang="en-US"/>
        </a:p>
      </dgm:t>
    </dgm:pt>
    <dgm:pt modelId="{FA1C42F9-F418-44D5-A348-632C7546316A}" type="pres">
      <dgm:prSet presAssocID="{51CFD5CF-BBD5-4BE5-B815-DD00476703CD}" presName="diagram" presStyleCnt="0">
        <dgm:presLayoutVars>
          <dgm:dir/>
          <dgm:resizeHandles val="exact"/>
        </dgm:presLayoutVars>
      </dgm:prSet>
      <dgm:spPr/>
    </dgm:pt>
    <dgm:pt modelId="{D59BF113-A45A-45ED-88B8-B7ED337D6FBE}" type="pres">
      <dgm:prSet presAssocID="{A5350DEF-ACE3-4EE1-A55A-69F550A97EC3}" presName="node" presStyleLbl="node1" presStyleIdx="0" presStyleCnt="10" custLinFactNeighborX="6073" custLinFactNeighborY="-37470">
        <dgm:presLayoutVars>
          <dgm:bulletEnabled val="1"/>
        </dgm:presLayoutVars>
      </dgm:prSet>
      <dgm:spPr/>
    </dgm:pt>
    <dgm:pt modelId="{AB132052-B161-4407-AE22-12A7681C63A5}" type="pres">
      <dgm:prSet presAssocID="{E892FD3E-EC8F-4C96-AD21-74B440B4B8AF}" presName="sibTrans" presStyleCnt="0"/>
      <dgm:spPr/>
    </dgm:pt>
    <dgm:pt modelId="{8C394E8C-4E48-4A1D-9DB2-E1D813F41993}" type="pres">
      <dgm:prSet presAssocID="{603D5CEE-4791-416A-8FCA-B56FE21F5808}" presName="node" presStyleLbl="node1" presStyleIdx="1" presStyleCnt="10" custLinFactNeighborX="-87005" custLinFactNeighborY="64252">
        <dgm:presLayoutVars>
          <dgm:bulletEnabled val="1"/>
        </dgm:presLayoutVars>
      </dgm:prSet>
      <dgm:spPr/>
    </dgm:pt>
    <dgm:pt modelId="{54F7DBB1-CDBF-471F-B7AF-F852F8A33CA3}" type="pres">
      <dgm:prSet presAssocID="{99628235-DC0E-4417-95BD-67E0EB40658C}" presName="sibTrans" presStyleCnt="0"/>
      <dgm:spPr/>
    </dgm:pt>
    <dgm:pt modelId="{609A482F-3A74-4A8E-8217-0714FF0DF465}" type="pres">
      <dgm:prSet presAssocID="{26A1E7B8-FF55-473F-A551-DF8395FD334D}" presName="node" presStyleLbl="node1" presStyleIdx="2" presStyleCnt="10" custLinFactX="-100000" custLinFactY="163520" custLinFactNeighborX="-120000" custLinFactNeighborY="200000">
        <dgm:presLayoutVars>
          <dgm:bulletEnabled val="1"/>
        </dgm:presLayoutVars>
      </dgm:prSet>
      <dgm:spPr/>
    </dgm:pt>
    <dgm:pt modelId="{55DFDA3D-4A57-4A1D-8845-0175D6E0A1C4}" type="pres">
      <dgm:prSet presAssocID="{7CB842B7-8A2A-4995-A48B-15F8F0366CFF}" presName="sibTrans" presStyleCnt="0"/>
      <dgm:spPr/>
    </dgm:pt>
    <dgm:pt modelId="{CF34223D-6767-4691-8855-584699A21C2C}" type="pres">
      <dgm:prSet presAssocID="{8854C409-B795-4698-A5D8-65C3D9907DC9}" presName="node" presStyleLbl="node1" presStyleIdx="3" presStyleCnt="10" custLinFactNeighborX="4169" custLinFactNeighborY="50776">
        <dgm:presLayoutVars>
          <dgm:bulletEnabled val="1"/>
        </dgm:presLayoutVars>
      </dgm:prSet>
      <dgm:spPr/>
    </dgm:pt>
    <dgm:pt modelId="{7EE76141-1F57-423A-9432-E4A69279F566}" type="pres">
      <dgm:prSet presAssocID="{0DE88C87-25B5-4181-A6E6-42D627058874}" presName="sibTrans" presStyleCnt="0"/>
      <dgm:spPr/>
    </dgm:pt>
    <dgm:pt modelId="{2AA159C7-7121-4990-9328-1E74DACBCD87}" type="pres">
      <dgm:prSet presAssocID="{498DC111-4294-493E-A2B2-445491ED5010}" presName="node" presStyleLbl="node1" presStyleIdx="4" presStyleCnt="10" custLinFactY="47072" custLinFactNeighborX="-70513" custLinFactNeighborY="100000">
        <dgm:presLayoutVars>
          <dgm:bulletEnabled val="1"/>
        </dgm:presLayoutVars>
      </dgm:prSet>
      <dgm:spPr/>
    </dgm:pt>
    <dgm:pt modelId="{D8DA508F-4D52-4171-8ACA-C56AE3D35111}" type="pres">
      <dgm:prSet presAssocID="{92B2F5FD-ED3B-457B-AEB3-52D873F91D99}" presName="sibTrans" presStyleCnt="0"/>
      <dgm:spPr/>
    </dgm:pt>
    <dgm:pt modelId="{E9D45784-0F14-4C7D-9310-7BCE1BF1F18F}" type="pres">
      <dgm:prSet presAssocID="{8CF42BAB-5F56-423C-B93B-3C54125EC4E5}" presName="node" presStyleLbl="node1" presStyleIdx="5" presStyleCnt="10" custLinFactY="-100000" custLinFactNeighborX="36168" custLinFactNeighborY="-133528">
        <dgm:presLayoutVars>
          <dgm:bulletEnabled val="1"/>
        </dgm:presLayoutVars>
      </dgm:prSet>
      <dgm:spPr/>
    </dgm:pt>
    <dgm:pt modelId="{689A1BDC-285E-46E5-8CA1-32EE804875FE}" type="pres">
      <dgm:prSet presAssocID="{45EC6C98-F0A2-4A29-8021-C8479FBAF705}" presName="sibTrans" presStyleCnt="0"/>
      <dgm:spPr/>
    </dgm:pt>
    <dgm:pt modelId="{01FED442-7D55-44CB-9BF4-A85004058544}" type="pres">
      <dgm:prSet presAssocID="{F10BF260-6968-45D1-9AA6-D877791CEA61}" presName="node" presStyleLbl="node1" presStyleIdx="6" presStyleCnt="10" custLinFactX="100000" custLinFactNeighborX="106861" custLinFactNeighborY="-86096">
        <dgm:presLayoutVars>
          <dgm:bulletEnabled val="1"/>
        </dgm:presLayoutVars>
      </dgm:prSet>
      <dgm:spPr/>
    </dgm:pt>
    <dgm:pt modelId="{F9FF7AF3-4DB6-4C0F-B6CB-9413390B08AD}" type="pres">
      <dgm:prSet presAssocID="{0B152438-819B-4586-9415-95603A03BE75}" presName="sibTrans" presStyleCnt="0"/>
      <dgm:spPr/>
    </dgm:pt>
    <dgm:pt modelId="{0E9C972A-C3DF-4A57-840E-7F6F0408BCF0}" type="pres">
      <dgm:prSet presAssocID="{6AE49C0E-CD6A-48B5-B250-0CB62338040E}" presName="node" presStyleLbl="node1" presStyleIdx="7" presStyleCnt="10" custLinFactNeighborX="85989" custLinFactNeighborY="23855">
        <dgm:presLayoutVars>
          <dgm:bulletEnabled val="1"/>
        </dgm:presLayoutVars>
      </dgm:prSet>
      <dgm:spPr/>
    </dgm:pt>
    <dgm:pt modelId="{B151B12C-55F9-4792-92ED-4BBC1473923F}" type="pres">
      <dgm:prSet presAssocID="{A445E563-2442-4BB7-B6BB-E6A76CCD4588}" presName="sibTrans" presStyleCnt="0"/>
      <dgm:spPr/>
    </dgm:pt>
    <dgm:pt modelId="{F2BA0577-A31C-4483-A373-98F4AD7D9A42}" type="pres">
      <dgm:prSet presAssocID="{0CAB8858-4D39-41FE-B531-545F44480CEE}" presName="node" presStyleLbl="node1" presStyleIdx="8" presStyleCnt="10" custLinFactY="33754" custLinFactNeighborX="4169" custLinFactNeighborY="100000">
        <dgm:presLayoutVars>
          <dgm:bulletEnabled val="1"/>
        </dgm:presLayoutVars>
      </dgm:prSet>
      <dgm:spPr/>
    </dgm:pt>
    <dgm:pt modelId="{BAD7E78D-462E-407B-902A-947C6B66A126}" type="pres">
      <dgm:prSet presAssocID="{3A23A586-871A-43ED-A1EC-CE97CE8A9D32}" presName="sibTrans" presStyleCnt="0"/>
      <dgm:spPr/>
    </dgm:pt>
    <dgm:pt modelId="{D529C013-8411-4129-868A-1C322D97699B}" type="pres">
      <dgm:prSet presAssocID="{6318EAA7-63B1-43B8-A765-A4708D0EFB6B}" presName="node" presStyleLbl="node1" presStyleIdx="9" presStyleCnt="10" custLinFactY="-103817" custLinFactNeighborX="69995" custLinFactNeighborY="-200000">
        <dgm:presLayoutVars>
          <dgm:bulletEnabled val="1"/>
        </dgm:presLayoutVars>
      </dgm:prSet>
      <dgm:spPr/>
    </dgm:pt>
  </dgm:ptLst>
  <dgm:cxnLst>
    <dgm:cxn modelId="{5564621E-25BB-420E-8F3A-6DCAA2281FA9}" type="presOf" srcId="{603D5CEE-4791-416A-8FCA-B56FE21F5808}" destId="{8C394E8C-4E48-4A1D-9DB2-E1D813F41993}" srcOrd="0" destOrd="0" presId="urn:microsoft.com/office/officeart/2005/8/layout/default"/>
    <dgm:cxn modelId="{76F44F30-1789-41F0-A176-42E11F7E2010}" type="presOf" srcId="{498DC111-4294-493E-A2B2-445491ED5010}" destId="{2AA159C7-7121-4990-9328-1E74DACBCD87}" srcOrd="0" destOrd="0" presId="urn:microsoft.com/office/officeart/2005/8/layout/default"/>
    <dgm:cxn modelId="{B10A5766-7F26-4078-AA5F-A59B041CBF9F}" type="presOf" srcId="{26A1E7B8-FF55-473F-A551-DF8395FD334D}" destId="{609A482F-3A74-4A8E-8217-0714FF0DF465}" srcOrd="0" destOrd="0" presId="urn:microsoft.com/office/officeart/2005/8/layout/default"/>
    <dgm:cxn modelId="{8EB2354A-0633-4819-9F37-2570818D736E}" srcId="{51CFD5CF-BBD5-4BE5-B815-DD00476703CD}" destId="{498DC111-4294-493E-A2B2-445491ED5010}" srcOrd="4" destOrd="0" parTransId="{B6E9BF91-E1B6-444A-AD30-8A03A8CAD28E}" sibTransId="{92B2F5FD-ED3B-457B-AEB3-52D873F91D99}"/>
    <dgm:cxn modelId="{0DD5876E-D8AD-4BFF-86F0-B006C496AAC6}" type="presOf" srcId="{51CFD5CF-BBD5-4BE5-B815-DD00476703CD}" destId="{FA1C42F9-F418-44D5-A348-632C7546316A}" srcOrd="0" destOrd="0" presId="urn:microsoft.com/office/officeart/2005/8/layout/default"/>
    <dgm:cxn modelId="{BBB05E6F-2418-4412-9E0B-802C0380E51D}" type="presOf" srcId="{6318EAA7-63B1-43B8-A765-A4708D0EFB6B}" destId="{D529C013-8411-4129-868A-1C322D97699B}" srcOrd="0" destOrd="0" presId="urn:microsoft.com/office/officeart/2005/8/layout/default"/>
    <dgm:cxn modelId="{E96D4C73-CC92-4A3F-93E9-A6F1A87D04B4}" type="presOf" srcId="{F10BF260-6968-45D1-9AA6-D877791CEA61}" destId="{01FED442-7D55-44CB-9BF4-A85004058544}" srcOrd="0" destOrd="0" presId="urn:microsoft.com/office/officeart/2005/8/layout/default"/>
    <dgm:cxn modelId="{3891F07B-7496-4298-9796-6DE9213FF158}" srcId="{51CFD5CF-BBD5-4BE5-B815-DD00476703CD}" destId="{8CF42BAB-5F56-423C-B93B-3C54125EC4E5}" srcOrd="5" destOrd="0" parTransId="{9960E4F4-1F21-4941-B0E8-971DA154932B}" sibTransId="{45EC6C98-F0A2-4A29-8021-C8479FBAF705}"/>
    <dgm:cxn modelId="{7A067D7F-1584-414E-8059-E754B13D6843}" srcId="{51CFD5CF-BBD5-4BE5-B815-DD00476703CD}" destId="{26A1E7B8-FF55-473F-A551-DF8395FD334D}" srcOrd="2" destOrd="0" parTransId="{527F64A5-0459-4D40-96CC-A24572330688}" sibTransId="{7CB842B7-8A2A-4995-A48B-15F8F0366CFF}"/>
    <dgm:cxn modelId="{1F3B9080-BF1C-4138-8FEE-DF3D013266C0}" type="presOf" srcId="{0CAB8858-4D39-41FE-B531-545F44480CEE}" destId="{F2BA0577-A31C-4483-A373-98F4AD7D9A42}" srcOrd="0" destOrd="0" presId="urn:microsoft.com/office/officeart/2005/8/layout/default"/>
    <dgm:cxn modelId="{7611378B-BEAC-44FD-AC2F-D8C0A83A09C9}" srcId="{51CFD5CF-BBD5-4BE5-B815-DD00476703CD}" destId="{A5350DEF-ACE3-4EE1-A55A-69F550A97EC3}" srcOrd="0" destOrd="0" parTransId="{F4AEB406-B5A5-48DF-A344-0E90AD41A5CC}" sibTransId="{E892FD3E-EC8F-4C96-AD21-74B440B4B8AF}"/>
    <dgm:cxn modelId="{F617418D-2A36-413E-A95C-93D6B2748456}" srcId="{51CFD5CF-BBD5-4BE5-B815-DD00476703CD}" destId="{603D5CEE-4791-416A-8FCA-B56FE21F5808}" srcOrd="1" destOrd="0" parTransId="{10DCE9A9-DCAC-4706-98E7-D50D2C2126A3}" sibTransId="{99628235-DC0E-4417-95BD-67E0EB40658C}"/>
    <dgm:cxn modelId="{F40C8DB5-EFCA-465F-8A4F-13BD96A50D85}" srcId="{51CFD5CF-BBD5-4BE5-B815-DD00476703CD}" destId="{0CAB8858-4D39-41FE-B531-545F44480CEE}" srcOrd="8" destOrd="0" parTransId="{5013C621-7444-40BC-A418-8850E6E31A05}" sibTransId="{3A23A586-871A-43ED-A1EC-CE97CE8A9D32}"/>
    <dgm:cxn modelId="{E7F281B7-9570-404E-9571-BDF4596BF416}" type="presOf" srcId="{8CF42BAB-5F56-423C-B93B-3C54125EC4E5}" destId="{E9D45784-0F14-4C7D-9310-7BCE1BF1F18F}" srcOrd="0" destOrd="0" presId="urn:microsoft.com/office/officeart/2005/8/layout/default"/>
    <dgm:cxn modelId="{631CA9B7-0BC6-4217-A881-56E1978F636F}" srcId="{51CFD5CF-BBD5-4BE5-B815-DD00476703CD}" destId="{6318EAA7-63B1-43B8-A765-A4708D0EFB6B}" srcOrd="9" destOrd="0" parTransId="{FBA7DA7A-DD9F-4C62-A952-FFFDC75753A3}" sibTransId="{CDBEE563-0FB9-421A-8A2A-A9D5C9E26C73}"/>
    <dgm:cxn modelId="{39E1DEB8-A600-441C-8DAA-2909EE192494}" srcId="{51CFD5CF-BBD5-4BE5-B815-DD00476703CD}" destId="{6AE49C0E-CD6A-48B5-B250-0CB62338040E}" srcOrd="7" destOrd="0" parTransId="{9F853011-A2A4-429B-9A2E-0C7AF0497582}" sibTransId="{A445E563-2442-4BB7-B6BB-E6A76CCD4588}"/>
    <dgm:cxn modelId="{BE6416C1-8972-48E5-A4C0-8929FC628DCB}" type="presOf" srcId="{A5350DEF-ACE3-4EE1-A55A-69F550A97EC3}" destId="{D59BF113-A45A-45ED-88B8-B7ED337D6FBE}" srcOrd="0" destOrd="0" presId="urn:microsoft.com/office/officeart/2005/8/layout/default"/>
    <dgm:cxn modelId="{F28BE5C2-C005-4B60-9436-4D94DD94FE11}" type="presOf" srcId="{6AE49C0E-CD6A-48B5-B250-0CB62338040E}" destId="{0E9C972A-C3DF-4A57-840E-7F6F0408BCF0}" srcOrd="0" destOrd="0" presId="urn:microsoft.com/office/officeart/2005/8/layout/default"/>
    <dgm:cxn modelId="{58B907D3-8C46-42F9-A8A7-0890A98EF356}" srcId="{51CFD5CF-BBD5-4BE5-B815-DD00476703CD}" destId="{8854C409-B795-4698-A5D8-65C3D9907DC9}" srcOrd="3" destOrd="0" parTransId="{187828AA-9018-4AC7-BE0C-DE2F14DC8411}" sibTransId="{0DE88C87-25B5-4181-A6E6-42D627058874}"/>
    <dgm:cxn modelId="{03E2F1E1-9CFA-48A9-B7BC-3659ED29D4CF}" type="presOf" srcId="{8854C409-B795-4698-A5D8-65C3D9907DC9}" destId="{CF34223D-6767-4691-8855-584699A21C2C}" srcOrd="0" destOrd="0" presId="urn:microsoft.com/office/officeart/2005/8/layout/default"/>
    <dgm:cxn modelId="{5C0F20E8-12A9-47B8-BE49-C898AF425E7E}" srcId="{51CFD5CF-BBD5-4BE5-B815-DD00476703CD}" destId="{F10BF260-6968-45D1-9AA6-D877791CEA61}" srcOrd="6" destOrd="0" parTransId="{4C28AB71-4BB5-4D71-B12A-BCE1E1BC7884}" sibTransId="{0B152438-819B-4586-9415-95603A03BE75}"/>
    <dgm:cxn modelId="{BE0C7974-8F51-426D-A641-DE861B816CEA}" type="presParOf" srcId="{FA1C42F9-F418-44D5-A348-632C7546316A}" destId="{D59BF113-A45A-45ED-88B8-B7ED337D6FBE}" srcOrd="0" destOrd="0" presId="urn:microsoft.com/office/officeart/2005/8/layout/default"/>
    <dgm:cxn modelId="{1EA05027-E3B3-4F19-9274-417CB6E4A149}" type="presParOf" srcId="{FA1C42F9-F418-44D5-A348-632C7546316A}" destId="{AB132052-B161-4407-AE22-12A7681C63A5}" srcOrd="1" destOrd="0" presId="urn:microsoft.com/office/officeart/2005/8/layout/default"/>
    <dgm:cxn modelId="{035E76FA-AE4A-4DCC-B7EF-F0A79CF77C42}" type="presParOf" srcId="{FA1C42F9-F418-44D5-A348-632C7546316A}" destId="{8C394E8C-4E48-4A1D-9DB2-E1D813F41993}" srcOrd="2" destOrd="0" presId="urn:microsoft.com/office/officeart/2005/8/layout/default"/>
    <dgm:cxn modelId="{E578B88C-90DA-49D1-A7D0-912891DE0730}" type="presParOf" srcId="{FA1C42F9-F418-44D5-A348-632C7546316A}" destId="{54F7DBB1-CDBF-471F-B7AF-F852F8A33CA3}" srcOrd="3" destOrd="0" presId="urn:microsoft.com/office/officeart/2005/8/layout/default"/>
    <dgm:cxn modelId="{16739928-BB36-4DEF-92D5-2F52218F824D}" type="presParOf" srcId="{FA1C42F9-F418-44D5-A348-632C7546316A}" destId="{609A482F-3A74-4A8E-8217-0714FF0DF465}" srcOrd="4" destOrd="0" presId="urn:microsoft.com/office/officeart/2005/8/layout/default"/>
    <dgm:cxn modelId="{0963AC0D-54DF-4141-A853-46DFAE5B74CD}" type="presParOf" srcId="{FA1C42F9-F418-44D5-A348-632C7546316A}" destId="{55DFDA3D-4A57-4A1D-8845-0175D6E0A1C4}" srcOrd="5" destOrd="0" presId="urn:microsoft.com/office/officeart/2005/8/layout/default"/>
    <dgm:cxn modelId="{30E4F793-BBFE-42EE-95D5-8F2BEA67935B}" type="presParOf" srcId="{FA1C42F9-F418-44D5-A348-632C7546316A}" destId="{CF34223D-6767-4691-8855-584699A21C2C}" srcOrd="6" destOrd="0" presId="urn:microsoft.com/office/officeart/2005/8/layout/default"/>
    <dgm:cxn modelId="{86EC6DF2-7BE8-4BCD-83E7-F40552A5DC06}" type="presParOf" srcId="{FA1C42F9-F418-44D5-A348-632C7546316A}" destId="{7EE76141-1F57-423A-9432-E4A69279F566}" srcOrd="7" destOrd="0" presId="urn:microsoft.com/office/officeart/2005/8/layout/default"/>
    <dgm:cxn modelId="{4A9E2350-A797-4968-BF16-D6488E1D7ECE}" type="presParOf" srcId="{FA1C42F9-F418-44D5-A348-632C7546316A}" destId="{2AA159C7-7121-4990-9328-1E74DACBCD87}" srcOrd="8" destOrd="0" presId="urn:microsoft.com/office/officeart/2005/8/layout/default"/>
    <dgm:cxn modelId="{33F6F768-6415-4714-A397-526F7B4EA061}" type="presParOf" srcId="{FA1C42F9-F418-44D5-A348-632C7546316A}" destId="{D8DA508F-4D52-4171-8ACA-C56AE3D35111}" srcOrd="9" destOrd="0" presId="urn:microsoft.com/office/officeart/2005/8/layout/default"/>
    <dgm:cxn modelId="{0803037C-9C71-4D73-A4B1-62D087DA3CE5}" type="presParOf" srcId="{FA1C42F9-F418-44D5-A348-632C7546316A}" destId="{E9D45784-0F14-4C7D-9310-7BCE1BF1F18F}" srcOrd="10" destOrd="0" presId="urn:microsoft.com/office/officeart/2005/8/layout/default"/>
    <dgm:cxn modelId="{CE325B94-CBB5-4083-89FA-8E207F994A6C}" type="presParOf" srcId="{FA1C42F9-F418-44D5-A348-632C7546316A}" destId="{689A1BDC-285E-46E5-8CA1-32EE804875FE}" srcOrd="11" destOrd="0" presId="urn:microsoft.com/office/officeart/2005/8/layout/default"/>
    <dgm:cxn modelId="{4E3E0733-048B-4FD6-8D5E-D983C65DEFAC}" type="presParOf" srcId="{FA1C42F9-F418-44D5-A348-632C7546316A}" destId="{01FED442-7D55-44CB-9BF4-A85004058544}" srcOrd="12" destOrd="0" presId="urn:microsoft.com/office/officeart/2005/8/layout/default"/>
    <dgm:cxn modelId="{F01EB4F5-24DB-4E52-93A6-861DE0019ADB}" type="presParOf" srcId="{FA1C42F9-F418-44D5-A348-632C7546316A}" destId="{F9FF7AF3-4DB6-4C0F-B6CB-9413390B08AD}" srcOrd="13" destOrd="0" presId="urn:microsoft.com/office/officeart/2005/8/layout/default"/>
    <dgm:cxn modelId="{ED1D455E-23E7-4777-B230-5E4D71035F88}" type="presParOf" srcId="{FA1C42F9-F418-44D5-A348-632C7546316A}" destId="{0E9C972A-C3DF-4A57-840E-7F6F0408BCF0}" srcOrd="14" destOrd="0" presId="urn:microsoft.com/office/officeart/2005/8/layout/default"/>
    <dgm:cxn modelId="{FFE004F6-0D45-4443-B34A-1680E4B8C369}" type="presParOf" srcId="{FA1C42F9-F418-44D5-A348-632C7546316A}" destId="{B151B12C-55F9-4792-92ED-4BBC1473923F}" srcOrd="15" destOrd="0" presId="urn:microsoft.com/office/officeart/2005/8/layout/default"/>
    <dgm:cxn modelId="{0E70F2ED-1434-4E98-AFA4-5B7C49B7C6B4}" type="presParOf" srcId="{FA1C42F9-F418-44D5-A348-632C7546316A}" destId="{F2BA0577-A31C-4483-A373-98F4AD7D9A42}" srcOrd="16" destOrd="0" presId="urn:microsoft.com/office/officeart/2005/8/layout/default"/>
    <dgm:cxn modelId="{1F3129A1-E41F-49AA-8C32-AE13DA837DE6}" type="presParOf" srcId="{FA1C42F9-F418-44D5-A348-632C7546316A}" destId="{BAD7E78D-462E-407B-902A-947C6B66A126}" srcOrd="17" destOrd="0" presId="urn:microsoft.com/office/officeart/2005/8/layout/default"/>
    <dgm:cxn modelId="{7A99C412-2950-4969-8ED1-A669D8EA525E}" type="presParOf" srcId="{FA1C42F9-F418-44D5-A348-632C7546316A}" destId="{D529C013-8411-4129-868A-1C322D97699B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11F1B5-8675-4241-B812-360B3CE9C58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3A115D-7A2D-47DF-96C2-06E4DE705A47}">
      <dgm:prSet/>
      <dgm:spPr/>
      <dgm:t>
        <a:bodyPr/>
        <a:lstStyle/>
        <a:p>
          <a:r>
            <a:rPr lang="en-US" b="1"/>
            <a:t>Target Users</a:t>
          </a:r>
          <a:endParaRPr lang="en-US"/>
        </a:p>
      </dgm:t>
    </dgm:pt>
    <dgm:pt modelId="{8DD3D2B0-C533-4ECB-9455-5DE477451491}" type="parTrans" cxnId="{207B8485-D030-457F-8BE8-6225AAD442DD}">
      <dgm:prSet/>
      <dgm:spPr/>
      <dgm:t>
        <a:bodyPr/>
        <a:lstStyle/>
        <a:p>
          <a:endParaRPr lang="en-US"/>
        </a:p>
      </dgm:t>
    </dgm:pt>
    <dgm:pt modelId="{6D2DA5D8-18C3-4969-850E-8A9A5C9E9C4C}" type="sibTrans" cxnId="{207B8485-D030-457F-8BE8-6225AAD442DD}">
      <dgm:prSet/>
      <dgm:spPr/>
      <dgm:t>
        <a:bodyPr/>
        <a:lstStyle/>
        <a:p>
          <a:endParaRPr lang="en-US"/>
        </a:p>
      </dgm:t>
    </dgm:pt>
    <dgm:pt modelId="{E84E9DC8-6C2A-42D4-8D73-4F49286010D6}">
      <dgm:prSet/>
      <dgm:spPr/>
      <dgm:t>
        <a:bodyPr/>
        <a:lstStyle/>
        <a:p>
          <a:r>
            <a:rPr lang="en-US"/>
            <a:t>Geriatric patients</a:t>
          </a:r>
        </a:p>
      </dgm:t>
    </dgm:pt>
    <dgm:pt modelId="{ED964A95-8874-470C-941A-585647DD6185}" type="parTrans" cxnId="{264B1B75-3F4D-4F82-B485-A31CA083D0FF}">
      <dgm:prSet/>
      <dgm:spPr/>
      <dgm:t>
        <a:bodyPr/>
        <a:lstStyle/>
        <a:p>
          <a:endParaRPr lang="en-US"/>
        </a:p>
      </dgm:t>
    </dgm:pt>
    <dgm:pt modelId="{15BB5156-DE82-4B36-8AD4-A5DBB28FC044}" type="sibTrans" cxnId="{264B1B75-3F4D-4F82-B485-A31CA083D0FF}">
      <dgm:prSet/>
      <dgm:spPr/>
      <dgm:t>
        <a:bodyPr/>
        <a:lstStyle/>
        <a:p>
          <a:endParaRPr lang="en-US"/>
        </a:p>
      </dgm:t>
    </dgm:pt>
    <dgm:pt modelId="{B303A277-B8FF-4D47-8F73-F47573C72B6C}">
      <dgm:prSet/>
      <dgm:spPr/>
      <dgm:t>
        <a:bodyPr/>
        <a:lstStyle/>
        <a:p>
          <a:r>
            <a:rPr lang="en-US"/>
            <a:t>Caregivers</a:t>
          </a:r>
        </a:p>
      </dgm:t>
    </dgm:pt>
    <dgm:pt modelId="{199302FE-B1C1-48D4-B0F4-5206D01E4F34}" type="parTrans" cxnId="{9FA9A0D4-9D54-43EC-A07E-903F008D0439}">
      <dgm:prSet/>
      <dgm:spPr/>
      <dgm:t>
        <a:bodyPr/>
        <a:lstStyle/>
        <a:p>
          <a:endParaRPr lang="en-US"/>
        </a:p>
      </dgm:t>
    </dgm:pt>
    <dgm:pt modelId="{27229BB2-2C0B-4A0D-AD73-047B5B9B01E3}" type="sibTrans" cxnId="{9FA9A0D4-9D54-43EC-A07E-903F008D0439}">
      <dgm:prSet/>
      <dgm:spPr/>
      <dgm:t>
        <a:bodyPr/>
        <a:lstStyle/>
        <a:p>
          <a:endParaRPr lang="en-US"/>
        </a:p>
      </dgm:t>
    </dgm:pt>
    <dgm:pt modelId="{9972704A-F069-4EC7-8E77-B478A432F606}">
      <dgm:prSet/>
      <dgm:spPr/>
      <dgm:t>
        <a:bodyPr/>
        <a:lstStyle/>
        <a:p>
          <a:r>
            <a:rPr lang="en-US"/>
            <a:t>Clinicians (decision support)</a:t>
          </a:r>
        </a:p>
      </dgm:t>
    </dgm:pt>
    <dgm:pt modelId="{4C1B03C3-09DE-43A7-BF91-31322A75B933}" type="parTrans" cxnId="{C973C620-87B4-4B23-B9B1-A103A251A354}">
      <dgm:prSet/>
      <dgm:spPr/>
      <dgm:t>
        <a:bodyPr/>
        <a:lstStyle/>
        <a:p>
          <a:endParaRPr lang="en-US"/>
        </a:p>
      </dgm:t>
    </dgm:pt>
    <dgm:pt modelId="{9A464772-DFCC-4087-B453-F148608214B2}" type="sibTrans" cxnId="{C973C620-87B4-4B23-B9B1-A103A251A354}">
      <dgm:prSet/>
      <dgm:spPr/>
      <dgm:t>
        <a:bodyPr/>
        <a:lstStyle/>
        <a:p>
          <a:endParaRPr lang="en-US"/>
        </a:p>
      </dgm:t>
    </dgm:pt>
    <dgm:pt modelId="{C1D2670B-10D6-4758-BB9C-AD91AEF123E4}" type="pres">
      <dgm:prSet presAssocID="{7D11F1B5-8675-4241-B812-360B3CE9C58B}" presName="linear" presStyleCnt="0">
        <dgm:presLayoutVars>
          <dgm:dir/>
          <dgm:animLvl val="lvl"/>
          <dgm:resizeHandles val="exact"/>
        </dgm:presLayoutVars>
      </dgm:prSet>
      <dgm:spPr/>
    </dgm:pt>
    <dgm:pt modelId="{A8FA0850-A070-4731-9129-5205DFEF8E28}" type="pres">
      <dgm:prSet presAssocID="{A33A115D-7A2D-47DF-96C2-06E4DE705A47}" presName="parentLin" presStyleCnt="0"/>
      <dgm:spPr/>
    </dgm:pt>
    <dgm:pt modelId="{E140CAFC-3CF1-457B-92B5-C1EF972B41DE}" type="pres">
      <dgm:prSet presAssocID="{A33A115D-7A2D-47DF-96C2-06E4DE705A47}" presName="parentLeftMargin" presStyleLbl="node1" presStyleIdx="0" presStyleCnt="4"/>
      <dgm:spPr/>
    </dgm:pt>
    <dgm:pt modelId="{38ADA09F-4488-40E8-8C7F-6540EBE3EF96}" type="pres">
      <dgm:prSet presAssocID="{A33A115D-7A2D-47DF-96C2-06E4DE705A4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94F1FAC-5C01-40D1-9CEA-591B153A04B9}" type="pres">
      <dgm:prSet presAssocID="{A33A115D-7A2D-47DF-96C2-06E4DE705A47}" presName="negativeSpace" presStyleCnt="0"/>
      <dgm:spPr/>
    </dgm:pt>
    <dgm:pt modelId="{56DC8423-4CBF-46A2-BF55-3CDB25704ABD}" type="pres">
      <dgm:prSet presAssocID="{A33A115D-7A2D-47DF-96C2-06E4DE705A47}" presName="childText" presStyleLbl="conFgAcc1" presStyleIdx="0" presStyleCnt="4">
        <dgm:presLayoutVars>
          <dgm:bulletEnabled val="1"/>
        </dgm:presLayoutVars>
      </dgm:prSet>
      <dgm:spPr/>
    </dgm:pt>
    <dgm:pt modelId="{04B5276F-68AC-490D-9A51-313A71CFFF97}" type="pres">
      <dgm:prSet presAssocID="{6D2DA5D8-18C3-4969-850E-8A9A5C9E9C4C}" presName="spaceBetweenRectangles" presStyleCnt="0"/>
      <dgm:spPr/>
    </dgm:pt>
    <dgm:pt modelId="{ED0A5B89-2041-4160-B7E4-DFBEF904E4A8}" type="pres">
      <dgm:prSet presAssocID="{E84E9DC8-6C2A-42D4-8D73-4F49286010D6}" presName="parentLin" presStyleCnt="0"/>
      <dgm:spPr/>
    </dgm:pt>
    <dgm:pt modelId="{7ACC46B3-B06A-42C8-8B98-ECC23D687F66}" type="pres">
      <dgm:prSet presAssocID="{E84E9DC8-6C2A-42D4-8D73-4F49286010D6}" presName="parentLeftMargin" presStyleLbl="node1" presStyleIdx="0" presStyleCnt="4"/>
      <dgm:spPr/>
    </dgm:pt>
    <dgm:pt modelId="{47D4737D-BE41-48E2-8A87-8421F71E2087}" type="pres">
      <dgm:prSet presAssocID="{E84E9DC8-6C2A-42D4-8D73-4F49286010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2938E07-FDCF-4AFC-9DEE-87A07A383413}" type="pres">
      <dgm:prSet presAssocID="{E84E9DC8-6C2A-42D4-8D73-4F49286010D6}" presName="negativeSpace" presStyleCnt="0"/>
      <dgm:spPr/>
    </dgm:pt>
    <dgm:pt modelId="{A0DD4035-4D29-439F-A79A-208DF1538169}" type="pres">
      <dgm:prSet presAssocID="{E84E9DC8-6C2A-42D4-8D73-4F49286010D6}" presName="childText" presStyleLbl="conFgAcc1" presStyleIdx="1" presStyleCnt="4">
        <dgm:presLayoutVars>
          <dgm:bulletEnabled val="1"/>
        </dgm:presLayoutVars>
      </dgm:prSet>
      <dgm:spPr/>
    </dgm:pt>
    <dgm:pt modelId="{CC1B833F-8DCA-44C4-98D7-BA4366B9451B}" type="pres">
      <dgm:prSet presAssocID="{15BB5156-DE82-4B36-8AD4-A5DBB28FC044}" presName="spaceBetweenRectangles" presStyleCnt="0"/>
      <dgm:spPr/>
    </dgm:pt>
    <dgm:pt modelId="{4A4742D9-D8F0-445E-8E3B-B3E62F978B74}" type="pres">
      <dgm:prSet presAssocID="{B303A277-B8FF-4D47-8F73-F47573C72B6C}" presName="parentLin" presStyleCnt="0"/>
      <dgm:spPr/>
    </dgm:pt>
    <dgm:pt modelId="{EAA48123-08E4-4B42-BE88-4054386FBD6C}" type="pres">
      <dgm:prSet presAssocID="{B303A277-B8FF-4D47-8F73-F47573C72B6C}" presName="parentLeftMargin" presStyleLbl="node1" presStyleIdx="1" presStyleCnt="4"/>
      <dgm:spPr/>
    </dgm:pt>
    <dgm:pt modelId="{010830D7-3EA1-44A0-94D7-5B79CC1FFD2A}" type="pres">
      <dgm:prSet presAssocID="{B303A277-B8FF-4D47-8F73-F47573C72B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E031B1-9D8B-4D01-8DD4-D072A4537A9B}" type="pres">
      <dgm:prSet presAssocID="{B303A277-B8FF-4D47-8F73-F47573C72B6C}" presName="negativeSpace" presStyleCnt="0"/>
      <dgm:spPr/>
    </dgm:pt>
    <dgm:pt modelId="{30E47CAE-67F3-4361-8F15-3E33C7707227}" type="pres">
      <dgm:prSet presAssocID="{B303A277-B8FF-4D47-8F73-F47573C72B6C}" presName="childText" presStyleLbl="conFgAcc1" presStyleIdx="2" presStyleCnt="4">
        <dgm:presLayoutVars>
          <dgm:bulletEnabled val="1"/>
        </dgm:presLayoutVars>
      </dgm:prSet>
      <dgm:spPr/>
    </dgm:pt>
    <dgm:pt modelId="{B9518459-A203-42EF-ABC5-ABA814E81FEA}" type="pres">
      <dgm:prSet presAssocID="{27229BB2-2C0B-4A0D-AD73-047B5B9B01E3}" presName="spaceBetweenRectangles" presStyleCnt="0"/>
      <dgm:spPr/>
    </dgm:pt>
    <dgm:pt modelId="{1AAF362A-873B-4A03-BC8C-5C06A668A201}" type="pres">
      <dgm:prSet presAssocID="{9972704A-F069-4EC7-8E77-B478A432F606}" presName="parentLin" presStyleCnt="0"/>
      <dgm:spPr/>
    </dgm:pt>
    <dgm:pt modelId="{44049CC7-EC96-4127-BDB2-459EA7D3AC15}" type="pres">
      <dgm:prSet presAssocID="{9972704A-F069-4EC7-8E77-B478A432F606}" presName="parentLeftMargin" presStyleLbl="node1" presStyleIdx="2" presStyleCnt="4"/>
      <dgm:spPr/>
    </dgm:pt>
    <dgm:pt modelId="{A88148FE-FE28-4BCF-A468-67F1C51A0BBE}" type="pres">
      <dgm:prSet presAssocID="{9972704A-F069-4EC7-8E77-B478A432F60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D1F5BD2-8FC0-41E1-94BA-C9DB8EAFD866}" type="pres">
      <dgm:prSet presAssocID="{9972704A-F069-4EC7-8E77-B478A432F606}" presName="negativeSpace" presStyleCnt="0"/>
      <dgm:spPr/>
    </dgm:pt>
    <dgm:pt modelId="{638347E5-19AD-46FA-B1AC-00DA3C052977}" type="pres">
      <dgm:prSet presAssocID="{9972704A-F069-4EC7-8E77-B478A432F60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63EC51A-4A4F-479C-AB55-2E1A99038F25}" type="presOf" srcId="{B303A277-B8FF-4D47-8F73-F47573C72B6C}" destId="{EAA48123-08E4-4B42-BE88-4054386FBD6C}" srcOrd="0" destOrd="0" presId="urn:microsoft.com/office/officeart/2005/8/layout/list1"/>
    <dgm:cxn modelId="{9A23EE1D-7AFF-47F4-A40D-6F5647FB2085}" type="presOf" srcId="{9972704A-F069-4EC7-8E77-B478A432F606}" destId="{A88148FE-FE28-4BCF-A468-67F1C51A0BBE}" srcOrd="1" destOrd="0" presId="urn:microsoft.com/office/officeart/2005/8/layout/list1"/>
    <dgm:cxn modelId="{C973C620-87B4-4B23-B9B1-A103A251A354}" srcId="{7D11F1B5-8675-4241-B812-360B3CE9C58B}" destId="{9972704A-F069-4EC7-8E77-B478A432F606}" srcOrd="3" destOrd="0" parTransId="{4C1B03C3-09DE-43A7-BF91-31322A75B933}" sibTransId="{9A464772-DFCC-4087-B453-F148608214B2}"/>
    <dgm:cxn modelId="{CD372F46-37B4-4CE4-9990-0B20E68F9ADD}" type="presOf" srcId="{7D11F1B5-8675-4241-B812-360B3CE9C58B}" destId="{C1D2670B-10D6-4758-BB9C-AD91AEF123E4}" srcOrd="0" destOrd="0" presId="urn:microsoft.com/office/officeart/2005/8/layout/list1"/>
    <dgm:cxn modelId="{264B1B75-3F4D-4F82-B485-A31CA083D0FF}" srcId="{7D11F1B5-8675-4241-B812-360B3CE9C58B}" destId="{E84E9DC8-6C2A-42D4-8D73-4F49286010D6}" srcOrd="1" destOrd="0" parTransId="{ED964A95-8874-470C-941A-585647DD6185}" sibTransId="{15BB5156-DE82-4B36-8AD4-A5DBB28FC044}"/>
    <dgm:cxn modelId="{207B8485-D030-457F-8BE8-6225AAD442DD}" srcId="{7D11F1B5-8675-4241-B812-360B3CE9C58B}" destId="{A33A115D-7A2D-47DF-96C2-06E4DE705A47}" srcOrd="0" destOrd="0" parTransId="{8DD3D2B0-C533-4ECB-9455-5DE477451491}" sibTransId="{6D2DA5D8-18C3-4969-850E-8A9A5C9E9C4C}"/>
    <dgm:cxn modelId="{C3773C97-FBFF-464C-BED9-B040929C225C}" type="presOf" srcId="{E84E9DC8-6C2A-42D4-8D73-4F49286010D6}" destId="{47D4737D-BE41-48E2-8A87-8421F71E2087}" srcOrd="1" destOrd="0" presId="urn:microsoft.com/office/officeart/2005/8/layout/list1"/>
    <dgm:cxn modelId="{592457A7-C3FC-4C02-8695-7F681B10BA62}" type="presOf" srcId="{A33A115D-7A2D-47DF-96C2-06E4DE705A47}" destId="{38ADA09F-4488-40E8-8C7F-6540EBE3EF96}" srcOrd="1" destOrd="0" presId="urn:microsoft.com/office/officeart/2005/8/layout/list1"/>
    <dgm:cxn modelId="{50B7A5BE-4C95-4B9B-93E8-8A94E70ED9BF}" type="presOf" srcId="{A33A115D-7A2D-47DF-96C2-06E4DE705A47}" destId="{E140CAFC-3CF1-457B-92B5-C1EF972B41DE}" srcOrd="0" destOrd="0" presId="urn:microsoft.com/office/officeart/2005/8/layout/list1"/>
    <dgm:cxn modelId="{9FA9A0D4-9D54-43EC-A07E-903F008D0439}" srcId="{7D11F1B5-8675-4241-B812-360B3CE9C58B}" destId="{B303A277-B8FF-4D47-8F73-F47573C72B6C}" srcOrd="2" destOrd="0" parTransId="{199302FE-B1C1-48D4-B0F4-5206D01E4F34}" sibTransId="{27229BB2-2C0B-4A0D-AD73-047B5B9B01E3}"/>
    <dgm:cxn modelId="{DB67B3E2-7306-4B48-B6B5-5D355D91A0C3}" type="presOf" srcId="{E84E9DC8-6C2A-42D4-8D73-4F49286010D6}" destId="{7ACC46B3-B06A-42C8-8B98-ECC23D687F66}" srcOrd="0" destOrd="0" presId="urn:microsoft.com/office/officeart/2005/8/layout/list1"/>
    <dgm:cxn modelId="{52D068E8-D9F9-4ABC-AF76-EA9FD6C4B307}" type="presOf" srcId="{9972704A-F069-4EC7-8E77-B478A432F606}" destId="{44049CC7-EC96-4127-BDB2-459EA7D3AC15}" srcOrd="0" destOrd="0" presId="urn:microsoft.com/office/officeart/2005/8/layout/list1"/>
    <dgm:cxn modelId="{BE60F2F7-D932-4534-930C-E45EB7B33DC9}" type="presOf" srcId="{B303A277-B8FF-4D47-8F73-F47573C72B6C}" destId="{010830D7-3EA1-44A0-94D7-5B79CC1FFD2A}" srcOrd="1" destOrd="0" presId="urn:microsoft.com/office/officeart/2005/8/layout/list1"/>
    <dgm:cxn modelId="{E0C88806-7E5B-4343-AD21-37B1D6D952CB}" type="presParOf" srcId="{C1D2670B-10D6-4758-BB9C-AD91AEF123E4}" destId="{A8FA0850-A070-4731-9129-5205DFEF8E28}" srcOrd="0" destOrd="0" presId="urn:microsoft.com/office/officeart/2005/8/layout/list1"/>
    <dgm:cxn modelId="{5B038FFE-DCF7-4A97-BEB8-E90233C3AAAF}" type="presParOf" srcId="{A8FA0850-A070-4731-9129-5205DFEF8E28}" destId="{E140CAFC-3CF1-457B-92B5-C1EF972B41DE}" srcOrd="0" destOrd="0" presId="urn:microsoft.com/office/officeart/2005/8/layout/list1"/>
    <dgm:cxn modelId="{5414161C-34D2-4653-9F15-1188EB59A3E8}" type="presParOf" srcId="{A8FA0850-A070-4731-9129-5205DFEF8E28}" destId="{38ADA09F-4488-40E8-8C7F-6540EBE3EF96}" srcOrd="1" destOrd="0" presId="urn:microsoft.com/office/officeart/2005/8/layout/list1"/>
    <dgm:cxn modelId="{BA5F18CF-0867-47DB-81B4-E9A61C8C59BB}" type="presParOf" srcId="{C1D2670B-10D6-4758-BB9C-AD91AEF123E4}" destId="{894F1FAC-5C01-40D1-9CEA-591B153A04B9}" srcOrd="1" destOrd="0" presId="urn:microsoft.com/office/officeart/2005/8/layout/list1"/>
    <dgm:cxn modelId="{C42A6C14-EF87-4739-BD14-07EE35AC7721}" type="presParOf" srcId="{C1D2670B-10D6-4758-BB9C-AD91AEF123E4}" destId="{56DC8423-4CBF-46A2-BF55-3CDB25704ABD}" srcOrd="2" destOrd="0" presId="urn:microsoft.com/office/officeart/2005/8/layout/list1"/>
    <dgm:cxn modelId="{F6471AB2-5DC7-4C64-9D67-793F56311945}" type="presParOf" srcId="{C1D2670B-10D6-4758-BB9C-AD91AEF123E4}" destId="{04B5276F-68AC-490D-9A51-313A71CFFF97}" srcOrd="3" destOrd="0" presId="urn:microsoft.com/office/officeart/2005/8/layout/list1"/>
    <dgm:cxn modelId="{6E0A481B-CBAB-475E-B5A0-C4E406F09D01}" type="presParOf" srcId="{C1D2670B-10D6-4758-BB9C-AD91AEF123E4}" destId="{ED0A5B89-2041-4160-B7E4-DFBEF904E4A8}" srcOrd="4" destOrd="0" presId="urn:microsoft.com/office/officeart/2005/8/layout/list1"/>
    <dgm:cxn modelId="{03756608-C492-42FC-A6EC-91B77D0A59FF}" type="presParOf" srcId="{ED0A5B89-2041-4160-B7E4-DFBEF904E4A8}" destId="{7ACC46B3-B06A-42C8-8B98-ECC23D687F66}" srcOrd="0" destOrd="0" presId="urn:microsoft.com/office/officeart/2005/8/layout/list1"/>
    <dgm:cxn modelId="{96FF4D29-DAB8-4BE2-AE63-DD0F858F55E3}" type="presParOf" srcId="{ED0A5B89-2041-4160-B7E4-DFBEF904E4A8}" destId="{47D4737D-BE41-48E2-8A87-8421F71E2087}" srcOrd="1" destOrd="0" presId="urn:microsoft.com/office/officeart/2005/8/layout/list1"/>
    <dgm:cxn modelId="{A083AAE7-07EB-4363-8FC0-3196CB4B0842}" type="presParOf" srcId="{C1D2670B-10D6-4758-BB9C-AD91AEF123E4}" destId="{42938E07-FDCF-4AFC-9DEE-87A07A383413}" srcOrd="5" destOrd="0" presId="urn:microsoft.com/office/officeart/2005/8/layout/list1"/>
    <dgm:cxn modelId="{2D9B7C16-C8DB-4925-89F8-D31C05EFFABA}" type="presParOf" srcId="{C1D2670B-10D6-4758-BB9C-AD91AEF123E4}" destId="{A0DD4035-4D29-439F-A79A-208DF1538169}" srcOrd="6" destOrd="0" presId="urn:microsoft.com/office/officeart/2005/8/layout/list1"/>
    <dgm:cxn modelId="{EEED8725-9519-4A50-BD0D-AEFFD03AEA12}" type="presParOf" srcId="{C1D2670B-10D6-4758-BB9C-AD91AEF123E4}" destId="{CC1B833F-8DCA-44C4-98D7-BA4366B9451B}" srcOrd="7" destOrd="0" presId="urn:microsoft.com/office/officeart/2005/8/layout/list1"/>
    <dgm:cxn modelId="{EFEDF9BB-5F52-47AD-9DA4-A08921DA6DAC}" type="presParOf" srcId="{C1D2670B-10D6-4758-BB9C-AD91AEF123E4}" destId="{4A4742D9-D8F0-445E-8E3B-B3E62F978B74}" srcOrd="8" destOrd="0" presId="urn:microsoft.com/office/officeart/2005/8/layout/list1"/>
    <dgm:cxn modelId="{30B1EE8B-5890-4FA0-A7DF-D3A50D0A2BF0}" type="presParOf" srcId="{4A4742D9-D8F0-445E-8E3B-B3E62F978B74}" destId="{EAA48123-08E4-4B42-BE88-4054386FBD6C}" srcOrd="0" destOrd="0" presId="urn:microsoft.com/office/officeart/2005/8/layout/list1"/>
    <dgm:cxn modelId="{DBD120B5-9E19-464C-AFC7-92B10171CF19}" type="presParOf" srcId="{4A4742D9-D8F0-445E-8E3B-B3E62F978B74}" destId="{010830D7-3EA1-44A0-94D7-5B79CC1FFD2A}" srcOrd="1" destOrd="0" presId="urn:microsoft.com/office/officeart/2005/8/layout/list1"/>
    <dgm:cxn modelId="{9ACBA04F-0E47-4C80-BEF5-5D4D4E4B880B}" type="presParOf" srcId="{C1D2670B-10D6-4758-BB9C-AD91AEF123E4}" destId="{0BE031B1-9D8B-4D01-8DD4-D072A4537A9B}" srcOrd="9" destOrd="0" presId="urn:microsoft.com/office/officeart/2005/8/layout/list1"/>
    <dgm:cxn modelId="{96BEAE97-3EA8-4030-A6D3-1B83FA792B62}" type="presParOf" srcId="{C1D2670B-10D6-4758-BB9C-AD91AEF123E4}" destId="{30E47CAE-67F3-4361-8F15-3E33C7707227}" srcOrd="10" destOrd="0" presId="urn:microsoft.com/office/officeart/2005/8/layout/list1"/>
    <dgm:cxn modelId="{FC08547E-28CF-4B36-B26C-29EEE7BFA953}" type="presParOf" srcId="{C1D2670B-10D6-4758-BB9C-AD91AEF123E4}" destId="{B9518459-A203-42EF-ABC5-ABA814E81FEA}" srcOrd="11" destOrd="0" presId="urn:microsoft.com/office/officeart/2005/8/layout/list1"/>
    <dgm:cxn modelId="{B390F5F6-979E-481A-8699-935A74E470E4}" type="presParOf" srcId="{C1D2670B-10D6-4758-BB9C-AD91AEF123E4}" destId="{1AAF362A-873B-4A03-BC8C-5C06A668A201}" srcOrd="12" destOrd="0" presId="urn:microsoft.com/office/officeart/2005/8/layout/list1"/>
    <dgm:cxn modelId="{E52EE619-CE1B-41A0-A038-DD3D1562BE25}" type="presParOf" srcId="{1AAF362A-873B-4A03-BC8C-5C06A668A201}" destId="{44049CC7-EC96-4127-BDB2-459EA7D3AC15}" srcOrd="0" destOrd="0" presId="urn:microsoft.com/office/officeart/2005/8/layout/list1"/>
    <dgm:cxn modelId="{10223DA7-69F0-4BD4-8E53-514BED545C1B}" type="presParOf" srcId="{1AAF362A-873B-4A03-BC8C-5C06A668A201}" destId="{A88148FE-FE28-4BCF-A468-67F1C51A0BBE}" srcOrd="1" destOrd="0" presId="urn:microsoft.com/office/officeart/2005/8/layout/list1"/>
    <dgm:cxn modelId="{4BA91C59-392D-47BE-8CF1-9AA1A357EB0F}" type="presParOf" srcId="{C1D2670B-10D6-4758-BB9C-AD91AEF123E4}" destId="{0D1F5BD2-8FC0-41E1-94BA-C9DB8EAFD866}" srcOrd="13" destOrd="0" presId="urn:microsoft.com/office/officeart/2005/8/layout/list1"/>
    <dgm:cxn modelId="{544B9BA1-9CFE-43E0-B8FB-1A4F50395C12}" type="presParOf" srcId="{C1D2670B-10D6-4758-BB9C-AD91AEF123E4}" destId="{638347E5-19AD-46FA-B1AC-00DA3C05297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5EE2EF-FE1F-4678-82D5-A81ABE60F099}" type="doc">
      <dgm:prSet loTypeId="urn:microsoft.com/office/officeart/2016/7/layout/ChevronBlockProcess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D1E915C-608B-488C-8835-E47EED8DE2C8}">
      <dgm:prSet/>
      <dgm:spPr/>
      <dgm:t>
        <a:bodyPr/>
        <a:lstStyle/>
        <a:p>
          <a:r>
            <a:rPr lang="en-US" b="1"/>
            <a:t>Feature Engineering</a:t>
          </a:r>
          <a:endParaRPr lang="en-US"/>
        </a:p>
      </dgm:t>
    </dgm:pt>
    <dgm:pt modelId="{79606C8C-3AF6-4058-AB9C-D0F9CC0C5AF0}" type="parTrans" cxnId="{00A087BE-510A-4A4E-8D6E-B20966A748B6}">
      <dgm:prSet/>
      <dgm:spPr/>
      <dgm:t>
        <a:bodyPr/>
        <a:lstStyle/>
        <a:p>
          <a:endParaRPr lang="en-US"/>
        </a:p>
      </dgm:t>
    </dgm:pt>
    <dgm:pt modelId="{A0FA7297-260A-44D6-BA41-71B5187300C0}" type="sibTrans" cxnId="{00A087BE-510A-4A4E-8D6E-B20966A748B6}">
      <dgm:prSet/>
      <dgm:spPr/>
      <dgm:t>
        <a:bodyPr/>
        <a:lstStyle/>
        <a:p>
          <a:endParaRPr lang="en-US"/>
        </a:p>
      </dgm:t>
    </dgm:pt>
    <dgm:pt modelId="{CF0AFC7A-E1B5-4FD9-A1F5-D0E071CE34DC}">
      <dgm:prSet/>
      <dgm:spPr/>
      <dgm:t>
        <a:bodyPr/>
        <a:lstStyle/>
        <a:p>
          <a:r>
            <a:rPr lang="en-US"/>
            <a:t>Symptoms → encoded as multi-label vectors</a:t>
          </a:r>
        </a:p>
      </dgm:t>
    </dgm:pt>
    <dgm:pt modelId="{AEBA8525-113F-45F2-8A87-307662E375D5}" type="parTrans" cxnId="{66409CBF-69D5-4D72-B96A-71BF826C9C21}">
      <dgm:prSet/>
      <dgm:spPr/>
      <dgm:t>
        <a:bodyPr/>
        <a:lstStyle/>
        <a:p>
          <a:endParaRPr lang="en-US"/>
        </a:p>
      </dgm:t>
    </dgm:pt>
    <dgm:pt modelId="{6EEAD01D-CAD5-43C4-93BC-DB61BFF4BDF7}" type="sibTrans" cxnId="{66409CBF-69D5-4D72-B96A-71BF826C9C21}">
      <dgm:prSet/>
      <dgm:spPr/>
      <dgm:t>
        <a:bodyPr/>
        <a:lstStyle/>
        <a:p>
          <a:endParaRPr lang="en-US"/>
        </a:p>
      </dgm:t>
    </dgm:pt>
    <dgm:pt modelId="{E564FA68-D4E4-41E2-A53E-20ECD43802F5}">
      <dgm:prSet/>
      <dgm:spPr/>
      <dgm:t>
        <a:bodyPr/>
        <a:lstStyle/>
        <a:p>
          <a:r>
            <a:rPr lang="en-US"/>
            <a:t>Medicines → mapped to known vitamin depletion effects</a:t>
          </a:r>
        </a:p>
      </dgm:t>
    </dgm:pt>
    <dgm:pt modelId="{D941312F-171D-430C-A67E-089EE126B22D}" type="parTrans" cxnId="{D5D33C9A-BA1D-44DE-AEB1-2329BE821611}">
      <dgm:prSet/>
      <dgm:spPr/>
      <dgm:t>
        <a:bodyPr/>
        <a:lstStyle/>
        <a:p>
          <a:endParaRPr lang="en-US"/>
        </a:p>
      </dgm:t>
    </dgm:pt>
    <dgm:pt modelId="{6E81F76F-03F1-433F-A51A-740C95B999D6}" type="sibTrans" cxnId="{D5D33C9A-BA1D-44DE-AEB1-2329BE821611}">
      <dgm:prSet/>
      <dgm:spPr/>
      <dgm:t>
        <a:bodyPr/>
        <a:lstStyle/>
        <a:p>
          <a:endParaRPr lang="en-US"/>
        </a:p>
      </dgm:t>
    </dgm:pt>
    <dgm:pt modelId="{E997DFCE-F6D8-4312-958C-D2A21E8A3AC0}">
      <dgm:prSet/>
      <dgm:spPr/>
      <dgm:t>
        <a:bodyPr/>
        <a:lstStyle/>
        <a:p>
          <a:r>
            <a:rPr lang="en-US"/>
            <a:t>Duration → weighted to increase deficiency risk over time</a:t>
          </a:r>
        </a:p>
      </dgm:t>
    </dgm:pt>
    <dgm:pt modelId="{1DF69A96-2976-4B38-80A9-8F761810A9F9}" type="parTrans" cxnId="{EFA0EAD7-ED64-44CF-96A7-7A5F3420FA0E}">
      <dgm:prSet/>
      <dgm:spPr/>
      <dgm:t>
        <a:bodyPr/>
        <a:lstStyle/>
        <a:p>
          <a:endParaRPr lang="en-US"/>
        </a:p>
      </dgm:t>
    </dgm:pt>
    <dgm:pt modelId="{5C1DA046-644C-4BA6-99A6-A3409877B20D}" type="sibTrans" cxnId="{EFA0EAD7-ED64-44CF-96A7-7A5F3420FA0E}">
      <dgm:prSet/>
      <dgm:spPr/>
      <dgm:t>
        <a:bodyPr/>
        <a:lstStyle/>
        <a:p>
          <a:endParaRPr lang="en-US"/>
        </a:p>
      </dgm:t>
    </dgm:pt>
    <dgm:pt modelId="{23188B7B-89A1-43C6-ABB5-9BE7CDE3DACE}">
      <dgm:prSet/>
      <dgm:spPr/>
      <dgm:t>
        <a:bodyPr/>
        <a:lstStyle/>
        <a:p>
          <a:r>
            <a:rPr lang="en-US" b="1"/>
            <a:t>Model Architecture</a:t>
          </a:r>
          <a:endParaRPr lang="en-US"/>
        </a:p>
      </dgm:t>
    </dgm:pt>
    <dgm:pt modelId="{D999E377-1C0F-45B6-A192-F6CC591628D4}" type="parTrans" cxnId="{EF545364-344D-4256-811B-D15D74DBA4F4}">
      <dgm:prSet/>
      <dgm:spPr/>
      <dgm:t>
        <a:bodyPr/>
        <a:lstStyle/>
        <a:p>
          <a:endParaRPr lang="en-US"/>
        </a:p>
      </dgm:t>
    </dgm:pt>
    <dgm:pt modelId="{AB8B2CBC-748D-4234-9108-EBD7C4D39AF7}" type="sibTrans" cxnId="{EF545364-344D-4256-811B-D15D74DBA4F4}">
      <dgm:prSet/>
      <dgm:spPr/>
      <dgm:t>
        <a:bodyPr/>
        <a:lstStyle/>
        <a:p>
          <a:endParaRPr lang="en-US"/>
        </a:p>
      </dgm:t>
    </dgm:pt>
    <dgm:pt modelId="{111CEFF3-CC41-4AAF-9C52-FDBDFA9CF238}">
      <dgm:prSet/>
      <dgm:spPr/>
      <dgm:t>
        <a:bodyPr/>
        <a:lstStyle/>
        <a:p>
          <a:r>
            <a:rPr lang="en-US"/>
            <a:t>Supervised ML classifier</a:t>
          </a:r>
        </a:p>
      </dgm:t>
    </dgm:pt>
    <dgm:pt modelId="{3C57A17B-A3FC-4FE1-920D-A6E146E4629A}" type="parTrans" cxnId="{C4AE3A00-A41A-40D7-870F-DD4F11A410D1}">
      <dgm:prSet/>
      <dgm:spPr/>
      <dgm:t>
        <a:bodyPr/>
        <a:lstStyle/>
        <a:p>
          <a:endParaRPr lang="en-US"/>
        </a:p>
      </dgm:t>
    </dgm:pt>
    <dgm:pt modelId="{71716874-084D-4175-93CD-206C77788D68}" type="sibTrans" cxnId="{C4AE3A00-A41A-40D7-870F-DD4F11A410D1}">
      <dgm:prSet/>
      <dgm:spPr/>
      <dgm:t>
        <a:bodyPr/>
        <a:lstStyle/>
        <a:p>
          <a:endParaRPr lang="en-US"/>
        </a:p>
      </dgm:t>
    </dgm:pt>
    <dgm:pt modelId="{1D6B9862-849E-4E4C-8309-09B1B62FD43A}">
      <dgm:prSet/>
      <dgm:spPr/>
      <dgm:t>
        <a:bodyPr/>
        <a:lstStyle/>
        <a:p>
          <a:r>
            <a:rPr lang="en-US"/>
            <a:t>Trained on:</a:t>
          </a:r>
        </a:p>
      </dgm:t>
    </dgm:pt>
    <dgm:pt modelId="{EB708BB1-05D0-4CF9-83BF-2445F96A9461}" type="parTrans" cxnId="{5D9A8D64-8AEC-47EA-8CBC-5FF6B6A1D492}">
      <dgm:prSet/>
      <dgm:spPr/>
      <dgm:t>
        <a:bodyPr/>
        <a:lstStyle/>
        <a:p>
          <a:endParaRPr lang="en-US"/>
        </a:p>
      </dgm:t>
    </dgm:pt>
    <dgm:pt modelId="{C4429914-32FE-4A24-9963-2F76CE5912D4}" type="sibTrans" cxnId="{5D9A8D64-8AEC-47EA-8CBC-5FF6B6A1D492}">
      <dgm:prSet/>
      <dgm:spPr/>
      <dgm:t>
        <a:bodyPr/>
        <a:lstStyle/>
        <a:p>
          <a:endParaRPr lang="en-US"/>
        </a:p>
      </dgm:t>
    </dgm:pt>
    <dgm:pt modelId="{878F7BAF-B427-4F31-8FD9-BF0F102B4745}">
      <dgm:prSet/>
      <dgm:spPr/>
      <dgm:t>
        <a:bodyPr/>
        <a:lstStyle/>
        <a:p>
          <a:r>
            <a:rPr lang="en-US"/>
            <a:t>Symptom–vitamin relationships</a:t>
          </a:r>
        </a:p>
      </dgm:t>
    </dgm:pt>
    <dgm:pt modelId="{8C994EEA-8509-4CB2-AA75-FC50DBCD2A0D}" type="parTrans" cxnId="{6C1DC4F8-E2DE-45BA-93B6-A14709E6695D}">
      <dgm:prSet/>
      <dgm:spPr/>
      <dgm:t>
        <a:bodyPr/>
        <a:lstStyle/>
        <a:p>
          <a:endParaRPr lang="en-US"/>
        </a:p>
      </dgm:t>
    </dgm:pt>
    <dgm:pt modelId="{E490266C-89DD-4485-A817-755F9A1455F2}" type="sibTrans" cxnId="{6C1DC4F8-E2DE-45BA-93B6-A14709E6695D}">
      <dgm:prSet/>
      <dgm:spPr/>
      <dgm:t>
        <a:bodyPr/>
        <a:lstStyle/>
        <a:p>
          <a:endParaRPr lang="en-US"/>
        </a:p>
      </dgm:t>
    </dgm:pt>
    <dgm:pt modelId="{71B79D83-2F07-47C1-8B99-DE07BABB5806}">
      <dgm:prSet/>
      <dgm:spPr/>
      <dgm:t>
        <a:bodyPr/>
        <a:lstStyle/>
        <a:p>
          <a:r>
            <a:rPr lang="en-US"/>
            <a:t>Medication-induced deficiency patterns</a:t>
          </a:r>
        </a:p>
      </dgm:t>
    </dgm:pt>
    <dgm:pt modelId="{9D5E14FB-722E-4F9D-A8AE-56135B49826E}" type="parTrans" cxnId="{DCE8EC53-C0F3-4C65-8C8A-A7665403ACA4}">
      <dgm:prSet/>
      <dgm:spPr/>
      <dgm:t>
        <a:bodyPr/>
        <a:lstStyle/>
        <a:p>
          <a:endParaRPr lang="en-US"/>
        </a:p>
      </dgm:t>
    </dgm:pt>
    <dgm:pt modelId="{95ECDF69-5ED0-4433-9BC2-31B6303E52E2}" type="sibTrans" cxnId="{DCE8EC53-C0F3-4C65-8C8A-A7665403ACA4}">
      <dgm:prSet/>
      <dgm:spPr/>
      <dgm:t>
        <a:bodyPr/>
        <a:lstStyle/>
        <a:p>
          <a:endParaRPr lang="en-US"/>
        </a:p>
      </dgm:t>
    </dgm:pt>
    <dgm:pt modelId="{ABB80E6F-1043-4E66-AB9E-881D8AFBCDB2}">
      <dgm:prSet/>
      <dgm:spPr/>
      <dgm:t>
        <a:bodyPr/>
        <a:lstStyle/>
        <a:p>
          <a:r>
            <a:rPr lang="en-US"/>
            <a:t>Handles </a:t>
          </a:r>
          <a:r>
            <a:rPr lang="en-US" b="1"/>
            <a:t>imbalanced medical data</a:t>
          </a:r>
          <a:endParaRPr lang="en-US"/>
        </a:p>
      </dgm:t>
    </dgm:pt>
    <dgm:pt modelId="{4F5368B3-9F5B-4D8F-8CE3-3B94E99FC76D}" type="parTrans" cxnId="{423408BE-B04B-4373-AE07-68CE404F0015}">
      <dgm:prSet/>
      <dgm:spPr/>
      <dgm:t>
        <a:bodyPr/>
        <a:lstStyle/>
        <a:p>
          <a:endParaRPr lang="en-US"/>
        </a:p>
      </dgm:t>
    </dgm:pt>
    <dgm:pt modelId="{F4AAD9CC-92A0-46E1-8440-2CEBFDF22649}" type="sibTrans" cxnId="{423408BE-B04B-4373-AE07-68CE404F0015}">
      <dgm:prSet/>
      <dgm:spPr/>
      <dgm:t>
        <a:bodyPr/>
        <a:lstStyle/>
        <a:p>
          <a:endParaRPr lang="en-US"/>
        </a:p>
      </dgm:t>
    </dgm:pt>
    <dgm:pt modelId="{ABE32AD7-6954-4479-BFD1-71904E19BE9C}">
      <dgm:prSet/>
      <dgm:spPr/>
      <dgm:t>
        <a:bodyPr/>
        <a:lstStyle/>
        <a:p>
          <a:r>
            <a:rPr lang="en-US" b="1"/>
            <a:t>Decision Logic</a:t>
          </a:r>
          <a:endParaRPr lang="en-US"/>
        </a:p>
      </dgm:t>
    </dgm:pt>
    <dgm:pt modelId="{55A664CC-6885-44F2-A636-A13F15A68F8F}" type="parTrans" cxnId="{30CA34FF-581F-446C-8157-312C86CE32FF}">
      <dgm:prSet/>
      <dgm:spPr/>
      <dgm:t>
        <a:bodyPr/>
        <a:lstStyle/>
        <a:p>
          <a:endParaRPr lang="en-US"/>
        </a:p>
      </dgm:t>
    </dgm:pt>
    <dgm:pt modelId="{7F16CC58-A72C-47C2-BE2A-BD8968DA7367}" type="sibTrans" cxnId="{30CA34FF-581F-446C-8157-312C86CE32FF}">
      <dgm:prSet/>
      <dgm:spPr/>
      <dgm:t>
        <a:bodyPr/>
        <a:lstStyle/>
        <a:p>
          <a:endParaRPr lang="en-US"/>
        </a:p>
      </dgm:t>
    </dgm:pt>
    <dgm:pt modelId="{377B4FA7-5A3C-4A6E-B632-75662DCD35C1}">
      <dgm:prSet/>
      <dgm:spPr/>
      <dgm:t>
        <a:bodyPr/>
        <a:lstStyle/>
        <a:p>
          <a:r>
            <a:rPr lang="en-US"/>
            <a:t>Combines:</a:t>
          </a:r>
        </a:p>
      </dgm:t>
    </dgm:pt>
    <dgm:pt modelId="{12FD228B-EF34-4657-BA42-7F0DB8B0BC07}" type="parTrans" cxnId="{9E2F1A72-8BC9-46D2-9D7B-3930686D72FF}">
      <dgm:prSet/>
      <dgm:spPr/>
      <dgm:t>
        <a:bodyPr/>
        <a:lstStyle/>
        <a:p>
          <a:endParaRPr lang="en-US"/>
        </a:p>
      </dgm:t>
    </dgm:pt>
    <dgm:pt modelId="{CD26B3B0-ADBB-4992-A354-12E3C2B6323E}" type="sibTrans" cxnId="{9E2F1A72-8BC9-46D2-9D7B-3930686D72FF}">
      <dgm:prSet/>
      <dgm:spPr/>
      <dgm:t>
        <a:bodyPr/>
        <a:lstStyle/>
        <a:p>
          <a:endParaRPr lang="en-US"/>
        </a:p>
      </dgm:t>
    </dgm:pt>
    <dgm:pt modelId="{806F8BF5-C60A-461E-A0D0-4E67760B6C88}">
      <dgm:prSet/>
      <dgm:spPr/>
      <dgm:t>
        <a:bodyPr/>
        <a:lstStyle/>
        <a:p>
          <a:r>
            <a:rPr lang="en-US"/>
            <a:t>Symptom severity</a:t>
          </a:r>
        </a:p>
      </dgm:t>
    </dgm:pt>
    <dgm:pt modelId="{3475CE88-294A-4A85-8EA9-70B08F03C267}" type="parTrans" cxnId="{96249F87-E382-4BD6-8791-D7725046387D}">
      <dgm:prSet/>
      <dgm:spPr/>
      <dgm:t>
        <a:bodyPr/>
        <a:lstStyle/>
        <a:p>
          <a:endParaRPr lang="en-US"/>
        </a:p>
      </dgm:t>
    </dgm:pt>
    <dgm:pt modelId="{1908BE00-FAAE-432F-9A85-A780C65F302E}" type="sibTrans" cxnId="{96249F87-E382-4BD6-8791-D7725046387D}">
      <dgm:prSet/>
      <dgm:spPr/>
      <dgm:t>
        <a:bodyPr/>
        <a:lstStyle/>
        <a:p>
          <a:endParaRPr lang="en-US"/>
        </a:p>
      </dgm:t>
    </dgm:pt>
    <dgm:pt modelId="{EF60D8B6-4F2E-40C7-85B3-0DDC24C82ED4}">
      <dgm:prSet/>
      <dgm:spPr/>
      <dgm:t>
        <a:bodyPr/>
        <a:lstStyle/>
        <a:p>
          <a:r>
            <a:rPr lang="en-US"/>
            <a:t>Medicine duration impact</a:t>
          </a:r>
        </a:p>
      </dgm:t>
    </dgm:pt>
    <dgm:pt modelId="{0CAECB6D-3C05-4205-982A-2554B831E907}" type="parTrans" cxnId="{435D6A19-A9B0-4B43-B2E4-17491E0237DD}">
      <dgm:prSet/>
      <dgm:spPr/>
      <dgm:t>
        <a:bodyPr/>
        <a:lstStyle/>
        <a:p>
          <a:endParaRPr lang="en-US"/>
        </a:p>
      </dgm:t>
    </dgm:pt>
    <dgm:pt modelId="{D2355BAB-95B5-496B-9AE8-7C26A3495FFE}" type="sibTrans" cxnId="{435D6A19-A9B0-4B43-B2E4-17491E0237DD}">
      <dgm:prSet/>
      <dgm:spPr/>
      <dgm:t>
        <a:bodyPr/>
        <a:lstStyle/>
        <a:p>
          <a:endParaRPr lang="en-US"/>
        </a:p>
      </dgm:t>
    </dgm:pt>
    <dgm:pt modelId="{A39AEAFE-F037-4117-9BB1-AAA7A9CE5F91}">
      <dgm:prSet/>
      <dgm:spPr/>
      <dgm:t>
        <a:bodyPr/>
        <a:lstStyle/>
        <a:p>
          <a:r>
            <a:rPr lang="en-US"/>
            <a:t>Produces </a:t>
          </a:r>
          <a:r>
            <a:rPr lang="en-US" b="1"/>
            <a:t>probabilistic deficiency scores</a:t>
          </a:r>
          <a:endParaRPr lang="en-US"/>
        </a:p>
      </dgm:t>
    </dgm:pt>
    <dgm:pt modelId="{99D2DCD0-605C-4953-83B0-9B8A1814A027}" type="parTrans" cxnId="{C42BF349-D906-4556-8A34-955A685DA833}">
      <dgm:prSet/>
      <dgm:spPr/>
      <dgm:t>
        <a:bodyPr/>
        <a:lstStyle/>
        <a:p>
          <a:endParaRPr lang="en-US"/>
        </a:p>
      </dgm:t>
    </dgm:pt>
    <dgm:pt modelId="{E2BC17F7-F7AD-43CF-A522-F0C7CAF87235}" type="sibTrans" cxnId="{C42BF349-D906-4556-8A34-955A685DA833}">
      <dgm:prSet/>
      <dgm:spPr/>
      <dgm:t>
        <a:bodyPr/>
        <a:lstStyle/>
        <a:p>
          <a:endParaRPr lang="en-US"/>
        </a:p>
      </dgm:t>
    </dgm:pt>
    <dgm:pt modelId="{BF94C7F9-546F-40DC-8A06-17A0F89A25C8}" type="pres">
      <dgm:prSet presAssocID="{9B5EE2EF-FE1F-4678-82D5-A81ABE60F099}" presName="Name0" presStyleCnt="0">
        <dgm:presLayoutVars>
          <dgm:dir/>
          <dgm:animLvl val="lvl"/>
          <dgm:resizeHandles val="exact"/>
        </dgm:presLayoutVars>
      </dgm:prSet>
      <dgm:spPr/>
    </dgm:pt>
    <dgm:pt modelId="{43E7DAFE-4F20-4398-B64B-055F64D35D0D}" type="pres">
      <dgm:prSet presAssocID="{0D1E915C-608B-488C-8835-E47EED8DE2C8}" presName="composite" presStyleCnt="0"/>
      <dgm:spPr/>
    </dgm:pt>
    <dgm:pt modelId="{11AF3D94-EFDD-4938-81C8-630DE9F7F347}" type="pres">
      <dgm:prSet presAssocID="{0D1E915C-608B-488C-8835-E47EED8DE2C8}" presName="parTx" presStyleLbl="alignNode1" presStyleIdx="0" presStyleCnt="3">
        <dgm:presLayoutVars>
          <dgm:chMax val="0"/>
          <dgm:chPref val="0"/>
        </dgm:presLayoutVars>
      </dgm:prSet>
      <dgm:spPr/>
    </dgm:pt>
    <dgm:pt modelId="{62883809-5B7E-4902-9D0E-1425EF291BA0}" type="pres">
      <dgm:prSet presAssocID="{0D1E915C-608B-488C-8835-E47EED8DE2C8}" presName="desTx" presStyleLbl="alignAccFollowNode1" presStyleIdx="0" presStyleCnt="3">
        <dgm:presLayoutVars/>
      </dgm:prSet>
      <dgm:spPr/>
    </dgm:pt>
    <dgm:pt modelId="{521DF26C-E935-4A1D-BB2F-5EFFCE8BE979}" type="pres">
      <dgm:prSet presAssocID="{A0FA7297-260A-44D6-BA41-71B5187300C0}" presName="space" presStyleCnt="0"/>
      <dgm:spPr/>
    </dgm:pt>
    <dgm:pt modelId="{F280D5FF-70A7-4646-8A2D-78EA997EC0CA}" type="pres">
      <dgm:prSet presAssocID="{23188B7B-89A1-43C6-ABB5-9BE7CDE3DACE}" presName="composite" presStyleCnt="0"/>
      <dgm:spPr/>
    </dgm:pt>
    <dgm:pt modelId="{445103A2-342D-4F69-9957-035B15978CF7}" type="pres">
      <dgm:prSet presAssocID="{23188B7B-89A1-43C6-ABB5-9BE7CDE3DACE}" presName="parTx" presStyleLbl="alignNode1" presStyleIdx="1" presStyleCnt="3">
        <dgm:presLayoutVars>
          <dgm:chMax val="0"/>
          <dgm:chPref val="0"/>
        </dgm:presLayoutVars>
      </dgm:prSet>
      <dgm:spPr/>
    </dgm:pt>
    <dgm:pt modelId="{E78671A6-21D2-49A0-83C4-9B9543A73139}" type="pres">
      <dgm:prSet presAssocID="{23188B7B-89A1-43C6-ABB5-9BE7CDE3DACE}" presName="desTx" presStyleLbl="alignAccFollowNode1" presStyleIdx="1" presStyleCnt="3">
        <dgm:presLayoutVars/>
      </dgm:prSet>
      <dgm:spPr/>
    </dgm:pt>
    <dgm:pt modelId="{229E6322-6439-453F-B39A-3A67E34C8A2E}" type="pres">
      <dgm:prSet presAssocID="{AB8B2CBC-748D-4234-9108-EBD7C4D39AF7}" presName="space" presStyleCnt="0"/>
      <dgm:spPr/>
    </dgm:pt>
    <dgm:pt modelId="{E00FDC78-D37C-4E74-9AED-CA56079B2948}" type="pres">
      <dgm:prSet presAssocID="{ABE32AD7-6954-4479-BFD1-71904E19BE9C}" presName="composite" presStyleCnt="0"/>
      <dgm:spPr/>
    </dgm:pt>
    <dgm:pt modelId="{6CA6384A-AB72-46EE-9753-2089D45FF0A6}" type="pres">
      <dgm:prSet presAssocID="{ABE32AD7-6954-4479-BFD1-71904E19BE9C}" presName="parTx" presStyleLbl="alignNode1" presStyleIdx="2" presStyleCnt="3">
        <dgm:presLayoutVars>
          <dgm:chMax val="0"/>
          <dgm:chPref val="0"/>
        </dgm:presLayoutVars>
      </dgm:prSet>
      <dgm:spPr/>
    </dgm:pt>
    <dgm:pt modelId="{3E2322EC-B681-40CE-B521-4FB74A9ED6B2}" type="pres">
      <dgm:prSet presAssocID="{ABE32AD7-6954-4479-BFD1-71904E19BE9C}" presName="desTx" presStyleLbl="alignAccFollowNode1" presStyleIdx="2" presStyleCnt="3">
        <dgm:presLayoutVars/>
      </dgm:prSet>
      <dgm:spPr/>
    </dgm:pt>
  </dgm:ptLst>
  <dgm:cxnLst>
    <dgm:cxn modelId="{C4AE3A00-A41A-40D7-870F-DD4F11A410D1}" srcId="{23188B7B-89A1-43C6-ABB5-9BE7CDE3DACE}" destId="{111CEFF3-CC41-4AAF-9C52-FDBDFA9CF238}" srcOrd="0" destOrd="0" parTransId="{3C57A17B-A3FC-4FE1-920D-A6E146E4629A}" sibTransId="{71716874-084D-4175-93CD-206C77788D68}"/>
    <dgm:cxn modelId="{435D6A19-A9B0-4B43-B2E4-17491E0237DD}" srcId="{377B4FA7-5A3C-4A6E-B632-75662DCD35C1}" destId="{EF60D8B6-4F2E-40C7-85B3-0DDC24C82ED4}" srcOrd="1" destOrd="0" parTransId="{0CAECB6D-3C05-4205-982A-2554B831E907}" sibTransId="{D2355BAB-95B5-496B-9AE8-7C26A3495FFE}"/>
    <dgm:cxn modelId="{0FF93F34-9094-42FF-BA8E-D42042FA4586}" type="presOf" srcId="{71B79D83-2F07-47C1-8B99-DE07BABB5806}" destId="{E78671A6-21D2-49A0-83C4-9B9543A73139}" srcOrd="0" destOrd="3" presId="urn:microsoft.com/office/officeart/2016/7/layout/ChevronBlockProcess"/>
    <dgm:cxn modelId="{4B31E960-A455-49ED-996A-AF6D18DDEBB0}" type="presOf" srcId="{EF60D8B6-4F2E-40C7-85B3-0DDC24C82ED4}" destId="{3E2322EC-B681-40CE-B521-4FB74A9ED6B2}" srcOrd="0" destOrd="2" presId="urn:microsoft.com/office/officeart/2016/7/layout/ChevronBlockProcess"/>
    <dgm:cxn modelId="{72C95361-8CD0-4406-A165-43E026527E23}" type="presOf" srcId="{ABE32AD7-6954-4479-BFD1-71904E19BE9C}" destId="{6CA6384A-AB72-46EE-9753-2089D45FF0A6}" srcOrd="0" destOrd="0" presId="urn:microsoft.com/office/officeart/2016/7/layout/ChevronBlockProcess"/>
    <dgm:cxn modelId="{EF545364-344D-4256-811B-D15D74DBA4F4}" srcId="{9B5EE2EF-FE1F-4678-82D5-A81ABE60F099}" destId="{23188B7B-89A1-43C6-ABB5-9BE7CDE3DACE}" srcOrd="1" destOrd="0" parTransId="{D999E377-1C0F-45B6-A192-F6CC591628D4}" sibTransId="{AB8B2CBC-748D-4234-9108-EBD7C4D39AF7}"/>
    <dgm:cxn modelId="{5D9A8D64-8AEC-47EA-8CBC-5FF6B6A1D492}" srcId="{23188B7B-89A1-43C6-ABB5-9BE7CDE3DACE}" destId="{1D6B9862-849E-4E4C-8309-09B1B62FD43A}" srcOrd="1" destOrd="0" parTransId="{EB708BB1-05D0-4CF9-83BF-2445F96A9461}" sibTransId="{C4429914-32FE-4A24-9963-2F76CE5912D4}"/>
    <dgm:cxn modelId="{1AF83366-7692-4614-990D-781F98A1EB10}" type="presOf" srcId="{9B5EE2EF-FE1F-4678-82D5-A81ABE60F099}" destId="{BF94C7F9-546F-40DC-8A06-17A0F89A25C8}" srcOrd="0" destOrd="0" presId="urn:microsoft.com/office/officeart/2016/7/layout/ChevronBlockProcess"/>
    <dgm:cxn modelId="{C42BF349-D906-4556-8A34-955A685DA833}" srcId="{ABE32AD7-6954-4479-BFD1-71904E19BE9C}" destId="{A39AEAFE-F037-4117-9BB1-AAA7A9CE5F91}" srcOrd="1" destOrd="0" parTransId="{99D2DCD0-605C-4953-83B0-9B8A1814A027}" sibTransId="{E2BC17F7-F7AD-43CF-A522-F0C7CAF87235}"/>
    <dgm:cxn modelId="{C406384B-B1A3-4603-B4EB-F05970B4C93C}" type="presOf" srcId="{111CEFF3-CC41-4AAF-9C52-FDBDFA9CF238}" destId="{E78671A6-21D2-49A0-83C4-9B9543A73139}" srcOrd="0" destOrd="0" presId="urn:microsoft.com/office/officeart/2016/7/layout/ChevronBlockProcess"/>
    <dgm:cxn modelId="{8746264D-B27D-46FF-A9D9-905B6D08347F}" type="presOf" srcId="{E564FA68-D4E4-41E2-A53E-20ECD43802F5}" destId="{62883809-5B7E-4902-9D0E-1425EF291BA0}" srcOrd="0" destOrd="1" presId="urn:microsoft.com/office/officeart/2016/7/layout/ChevronBlockProcess"/>
    <dgm:cxn modelId="{6195704F-6B5A-410B-A044-59FB8A1E2E0F}" type="presOf" srcId="{1D6B9862-849E-4E4C-8309-09B1B62FD43A}" destId="{E78671A6-21D2-49A0-83C4-9B9543A73139}" srcOrd="0" destOrd="1" presId="urn:microsoft.com/office/officeart/2016/7/layout/ChevronBlockProcess"/>
    <dgm:cxn modelId="{9E2F1A72-8BC9-46D2-9D7B-3930686D72FF}" srcId="{ABE32AD7-6954-4479-BFD1-71904E19BE9C}" destId="{377B4FA7-5A3C-4A6E-B632-75662DCD35C1}" srcOrd="0" destOrd="0" parTransId="{12FD228B-EF34-4657-BA42-7F0DB8B0BC07}" sibTransId="{CD26B3B0-ADBB-4992-A354-12E3C2B6323E}"/>
    <dgm:cxn modelId="{DCE8EC53-C0F3-4C65-8C8A-A7665403ACA4}" srcId="{1D6B9862-849E-4E4C-8309-09B1B62FD43A}" destId="{71B79D83-2F07-47C1-8B99-DE07BABB5806}" srcOrd="1" destOrd="0" parTransId="{9D5E14FB-722E-4F9D-A8AE-56135B49826E}" sibTransId="{95ECDF69-5ED0-4433-9BC2-31B6303E52E2}"/>
    <dgm:cxn modelId="{96249F87-E382-4BD6-8791-D7725046387D}" srcId="{377B4FA7-5A3C-4A6E-B632-75662DCD35C1}" destId="{806F8BF5-C60A-461E-A0D0-4E67760B6C88}" srcOrd="0" destOrd="0" parTransId="{3475CE88-294A-4A85-8EA9-70B08F03C267}" sibTransId="{1908BE00-FAAE-432F-9A85-A780C65F302E}"/>
    <dgm:cxn modelId="{610EDB88-4D9F-41D8-B607-F6791E914D91}" type="presOf" srcId="{806F8BF5-C60A-461E-A0D0-4E67760B6C88}" destId="{3E2322EC-B681-40CE-B521-4FB74A9ED6B2}" srcOrd="0" destOrd="1" presId="urn:microsoft.com/office/officeart/2016/7/layout/ChevronBlockProcess"/>
    <dgm:cxn modelId="{D5D33C9A-BA1D-44DE-AEB1-2329BE821611}" srcId="{0D1E915C-608B-488C-8835-E47EED8DE2C8}" destId="{E564FA68-D4E4-41E2-A53E-20ECD43802F5}" srcOrd="1" destOrd="0" parTransId="{D941312F-171D-430C-A67E-089EE126B22D}" sibTransId="{6E81F76F-03F1-433F-A51A-740C95B999D6}"/>
    <dgm:cxn modelId="{10EE78A1-398B-4FA3-B340-182045415A20}" type="presOf" srcId="{ABB80E6F-1043-4E66-AB9E-881D8AFBCDB2}" destId="{E78671A6-21D2-49A0-83C4-9B9543A73139}" srcOrd="0" destOrd="4" presId="urn:microsoft.com/office/officeart/2016/7/layout/ChevronBlockProcess"/>
    <dgm:cxn modelId="{3BC3FCBB-B3EA-45F2-BD5A-B9D3443AB8B5}" type="presOf" srcId="{A39AEAFE-F037-4117-9BB1-AAA7A9CE5F91}" destId="{3E2322EC-B681-40CE-B521-4FB74A9ED6B2}" srcOrd="0" destOrd="3" presId="urn:microsoft.com/office/officeart/2016/7/layout/ChevronBlockProcess"/>
    <dgm:cxn modelId="{423408BE-B04B-4373-AE07-68CE404F0015}" srcId="{23188B7B-89A1-43C6-ABB5-9BE7CDE3DACE}" destId="{ABB80E6F-1043-4E66-AB9E-881D8AFBCDB2}" srcOrd="2" destOrd="0" parTransId="{4F5368B3-9F5B-4D8F-8CE3-3B94E99FC76D}" sibTransId="{F4AAD9CC-92A0-46E1-8440-2CEBFDF22649}"/>
    <dgm:cxn modelId="{00A087BE-510A-4A4E-8D6E-B20966A748B6}" srcId="{9B5EE2EF-FE1F-4678-82D5-A81ABE60F099}" destId="{0D1E915C-608B-488C-8835-E47EED8DE2C8}" srcOrd="0" destOrd="0" parTransId="{79606C8C-3AF6-4058-AB9C-D0F9CC0C5AF0}" sibTransId="{A0FA7297-260A-44D6-BA41-71B5187300C0}"/>
    <dgm:cxn modelId="{66409CBF-69D5-4D72-B96A-71BF826C9C21}" srcId="{0D1E915C-608B-488C-8835-E47EED8DE2C8}" destId="{CF0AFC7A-E1B5-4FD9-A1F5-D0E071CE34DC}" srcOrd="0" destOrd="0" parTransId="{AEBA8525-113F-45F2-8A87-307662E375D5}" sibTransId="{6EEAD01D-CAD5-43C4-93BC-DB61BFF4BDF7}"/>
    <dgm:cxn modelId="{0CF99DC3-7150-46E2-9377-5212828724C7}" type="presOf" srcId="{23188B7B-89A1-43C6-ABB5-9BE7CDE3DACE}" destId="{445103A2-342D-4F69-9957-035B15978CF7}" srcOrd="0" destOrd="0" presId="urn:microsoft.com/office/officeart/2016/7/layout/ChevronBlockProcess"/>
    <dgm:cxn modelId="{CA36DFC7-13E1-40D1-A1B2-22D18A106043}" type="presOf" srcId="{0D1E915C-608B-488C-8835-E47EED8DE2C8}" destId="{11AF3D94-EFDD-4938-81C8-630DE9F7F347}" srcOrd="0" destOrd="0" presId="urn:microsoft.com/office/officeart/2016/7/layout/ChevronBlockProcess"/>
    <dgm:cxn modelId="{EFA0EAD7-ED64-44CF-96A7-7A5F3420FA0E}" srcId="{0D1E915C-608B-488C-8835-E47EED8DE2C8}" destId="{E997DFCE-F6D8-4312-958C-D2A21E8A3AC0}" srcOrd="2" destOrd="0" parTransId="{1DF69A96-2976-4B38-80A9-8F761810A9F9}" sibTransId="{5C1DA046-644C-4BA6-99A6-A3409877B20D}"/>
    <dgm:cxn modelId="{B618C5DA-25DF-4A87-9D49-E66E930BAB4E}" type="presOf" srcId="{E997DFCE-F6D8-4312-958C-D2A21E8A3AC0}" destId="{62883809-5B7E-4902-9D0E-1425EF291BA0}" srcOrd="0" destOrd="2" presId="urn:microsoft.com/office/officeart/2016/7/layout/ChevronBlockProcess"/>
    <dgm:cxn modelId="{843A89E9-B3F1-4C76-BA37-D76FC939BE17}" type="presOf" srcId="{878F7BAF-B427-4F31-8FD9-BF0F102B4745}" destId="{E78671A6-21D2-49A0-83C4-9B9543A73139}" srcOrd="0" destOrd="2" presId="urn:microsoft.com/office/officeart/2016/7/layout/ChevronBlockProcess"/>
    <dgm:cxn modelId="{0CEE82F3-5DCC-4659-9181-9CB8062CD47B}" type="presOf" srcId="{CF0AFC7A-E1B5-4FD9-A1F5-D0E071CE34DC}" destId="{62883809-5B7E-4902-9D0E-1425EF291BA0}" srcOrd="0" destOrd="0" presId="urn:microsoft.com/office/officeart/2016/7/layout/ChevronBlockProcess"/>
    <dgm:cxn modelId="{227F9DF3-0FF2-4ECE-910B-4424C5D6DCFD}" type="presOf" srcId="{377B4FA7-5A3C-4A6E-B632-75662DCD35C1}" destId="{3E2322EC-B681-40CE-B521-4FB74A9ED6B2}" srcOrd="0" destOrd="0" presId="urn:microsoft.com/office/officeart/2016/7/layout/ChevronBlockProcess"/>
    <dgm:cxn modelId="{6C1DC4F8-E2DE-45BA-93B6-A14709E6695D}" srcId="{1D6B9862-849E-4E4C-8309-09B1B62FD43A}" destId="{878F7BAF-B427-4F31-8FD9-BF0F102B4745}" srcOrd="0" destOrd="0" parTransId="{8C994EEA-8509-4CB2-AA75-FC50DBCD2A0D}" sibTransId="{E490266C-89DD-4485-A817-755F9A1455F2}"/>
    <dgm:cxn modelId="{30CA34FF-581F-446C-8157-312C86CE32FF}" srcId="{9B5EE2EF-FE1F-4678-82D5-A81ABE60F099}" destId="{ABE32AD7-6954-4479-BFD1-71904E19BE9C}" srcOrd="2" destOrd="0" parTransId="{55A664CC-6885-44F2-A636-A13F15A68F8F}" sibTransId="{7F16CC58-A72C-47C2-BE2A-BD8968DA7367}"/>
    <dgm:cxn modelId="{CC47702E-2704-454D-BD46-16BC37DBD843}" type="presParOf" srcId="{BF94C7F9-546F-40DC-8A06-17A0F89A25C8}" destId="{43E7DAFE-4F20-4398-B64B-055F64D35D0D}" srcOrd="0" destOrd="0" presId="urn:microsoft.com/office/officeart/2016/7/layout/ChevronBlockProcess"/>
    <dgm:cxn modelId="{391A081D-2FFD-4E90-B631-626BCC0867A1}" type="presParOf" srcId="{43E7DAFE-4F20-4398-B64B-055F64D35D0D}" destId="{11AF3D94-EFDD-4938-81C8-630DE9F7F347}" srcOrd="0" destOrd="0" presId="urn:microsoft.com/office/officeart/2016/7/layout/ChevronBlockProcess"/>
    <dgm:cxn modelId="{A5CFEA48-2A67-465F-9100-9113D33E39FF}" type="presParOf" srcId="{43E7DAFE-4F20-4398-B64B-055F64D35D0D}" destId="{62883809-5B7E-4902-9D0E-1425EF291BA0}" srcOrd="1" destOrd="0" presId="urn:microsoft.com/office/officeart/2016/7/layout/ChevronBlockProcess"/>
    <dgm:cxn modelId="{3F9A9AF6-DE67-49EF-9C03-EB6556E69A03}" type="presParOf" srcId="{BF94C7F9-546F-40DC-8A06-17A0F89A25C8}" destId="{521DF26C-E935-4A1D-BB2F-5EFFCE8BE979}" srcOrd="1" destOrd="0" presId="urn:microsoft.com/office/officeart/2016/7/layout/ChevronBlockProcess"/>
    <dgm:cxn modelId="{A7B6AD0B-2CE5-441A-BE58-38499245DEFD}" type="presParOf" srcId="{BF94C7F9-546F-40DC-8A06-17A0F89A25C8}" destId="{F280D5FF-70A7-4646-8A2D-78EA997EC0CA}" srcOrd="2" destOrd="0" presId="urn:microsoft.com/office/officeart/2016/7/layout/ChevronBlockProcess"/>
    <dgm:cxn modelId="{F0B24C74-5E8E-4674-A2CB-5E8F0FBB7EB0}" type="presParOf" srcId="{F280D5FF-70A7-4646-8A2D-78EA997EC0CA}" destId="{445103A2-342D-4F69-9957-035B15978CF7}" srcOrd="0" destOrd="0" presId="urn:microsoft.com/office/officeart/2016/7/layout/ChevronBlockProcess"/>
    <dgm:cxn modelId="{C266BD02-9F3C-43A5-921C-C7C38AB5377E}" type="presParOf" srcId="{F280D5FF-70A7-4646-8A2D-78EA997EC0CA}" destId="{E78671A6-21D2-49A0-83C4-9B9543A73139}" srcOrd="1" destOrd="0" presId="urn:microsoft.com/office/officeart/2016/7/layout/ChevronBlockProcess"/>
    <dgm:cxn modelId="{4A1DFEE0-7EAC-4FBD-8446-84704EBCCB11}" type="presParOf" srcId="{BF94C7F9-546F-40DC-8A06-17A0F89A25C8}" destId="{229E6322-6439-453F-B39A-3A67E34C8A2E}" srcOrd="3" destOrd="0" presId="urn:microsoft.com/office/officeart/2016/7/layout/ChevronBlockProcess"/>
    <dgm:cxn modelId="{BB891BEE-37F7-40F6-9939-3568D902F1CD}" type="presParOf" srcId="{BF94C7F9-546F-40DC-8A06-17A0F89A25C8}" destId="{E00FDC78-D37C-4E74-9AED-CA56079B2948}" srcOrd="4" destOrd="0" presId="urn:microsoft.com/office/officeart/2016/7/layout/ChevronBlockProcess"/>
    <dgm:cxn modelId="{C0C6D69D-5930-4A0C-B4B1-93EB356106BE}" type="presParOf" srcId="{E00FDC78-D37C-4E74-9AED-CA56079B2948}" destId="{6CA6384A-AB72-46EE-9753-2089D45FF0A6}" srcOrd="0" destOrd="0" presId="urn:microsoft.com/office/officeart/2016/7/layout/ChevronBlockProcess"/>
    <dgm:cxn modelId="{21B987EA-2622-4C78-AFBB-1874A483D82D}" type="presParOf" srcId="{E00FDC78-D37C-4E74-9AED-CA56079B2948}" destId="{3E2322EC-B681-40CE-B521-4FB74A9ED6B2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2B2E7E-3382-4CEA-A938-1B3991F7FCE9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338CBA-2312-4417-A51C-6A53CB3CC216}">
      <dgm:prSet custT="1"/>
      <dgm:spPr/>
      <dgm:t>
        <a:bodyPr/>
        <a:lstStyle/>
        <a:p>
          <a:r>
            <a:rPr lang="en-US" sz="3200" b="1" u="sng"/>
            <a:t>Feedback Highlights</a:t>
          </a:r>
          <a:endParaRPr lang="en-US" sz="3200"/>
        </a:p>
      </dgm:t>
    </dgm:pt>
    <dgm:pt modelId="{E44D59FC-F41E-4444-ABF8-882C0789D07C}" type="parTrans" cxnId="{21C73247-EBB2-48A4-8343-4E4144293139}">
      <dgm:prSet/>
      <dgm:spPr/>
      <dgm:t>
        <a:bodyPr/>
        <a:lstStyle/>
        <a:p>
          <a:endParaRPr lang="en-US"/>
        </a:p>
      </dgm:t>
    </dgm:pt>
    <dgm:pt modelId="{475BD834-CE54-44CD-B514-EA151D37D2BF}" type="sibTrans" cxnId="{21C73247-EBB2-48A4-8343-4E4144293139}">
      <dgm:prSet/>
      <dgm:spPr/>
      <dgm:t>
        <a:bodyPr/>
        <a:lstStyle/>
        <a:p>
          <a:endParaRPr lang="en-US"/>
        </a:p>
      </dgm:t>
    </dgm:pt>
    <dgm:pt modelId="{38C38EC8-9B26-4AD6-A87A-72E9AF321B38}">
      <dgm:prSet/>
      <dgm:spPr/>
      <dgm:t>
        <a:bodyPr/>
        <a:lstStyle/>
        <a:p>
          <a:r>
            <a:rPr lang="en-US"/>
            <a:t>“Easy to understand even without medical knowledge”</a:t>
          </a:r>
        </a:p>
      </dgm:t>
    </dgm:pt>
    <dgm:pt modelId="{CD3421D8-500F-4A4B-A763-787E5CE53058}" type="parTrans" cxnId="{9E61ACBB-89DF-4A39-872A-07BEFF782275}">
      <dgm:prSet/>
      <dgm:spPr/>
      <dgm:t>
        <a:bodyPr/>
        <a:lstStyle/>
        <a:p>
          <a:endParaRPr lang="en-US"/>
        </a:p>
      </dgm:t>
    </dgm:pt>
    <dgm:pt modelId="{3DFA2F64-6288-4B60-BA83-C173FA5D732E}" type="sibTrans" cxnId="{9E61ACBB-89DF-4A39-872A-07BEFF782275}">
      <dgm:prSet/>
      <dgm:spPr/>
      <dgm:t>
        <a:bodyPr/>
        <a:lstStyle/>
        <a:p>
          <a:endParaRPr lang="en-US"/>
        </a:p>
      </dgm:t>
    </dgm:pt>
    <dgm:pt modelId="{5F3A317C-0121-4D0E-805A-D8BE36DA8536}">
      <dgm:prSet/>
      <dgm:spPr/>
      <dgm:t>
        <a:bodyPr/>
        <a:lstStyle/>
        <a:p>
          <a:r>
            <a:rPr lang="en-US"/>
            <a:t>“Helpful for elderly patients who forget lab follow-ups”</a:t>
          </a:r>
        </a:p>
      </dgm:t>
    </dgm:pt>
    <dgm:pt modelId="{79C6E471-0BF0-494F-A1B6-56E42CF5A7AC}" type="parTrans" cxnId="{919777E0-2ACC-4AA5-9BF3-0B3719ADB9ED}">
      <dgm:prSet/>
      <dgm:spPr/>
      <dgm:t>
        <a:bodyPr/>
        <a:lstStyle/>
        <a:p>
          <a:endParaRPr lang="en-US"/>
        </a:p>
      </dgm:t>
    </dgm:pt>
    <dgm:pt modelId="{78E301D0-F2AA-4FE0-A62C-6871309C76D6}" type="sibTrans" cxnId="{919777E0-2ACC-4AA5-9BF3-0B3719ADB9ED}">
      <dgm:prSet/>
      <dgm:spPr/>
      <dgm:t>
        <a:bodyPr/>
        <a:lstStyle/>
        <a:p>
          <a:endParaRPr lang="en-US"/>
        </a:p>
      </dgm:t>
    </dgm:pt>
    <dgm:pt modelId="{B9DE5A2A-DA81-4DF0-AD5A-FA907EE7C89C}">
      <dgm:prSet/>
      <dgm:spPr/>
      <dgm:t>
        <a:bodyPr/>
        <a:lstStyle/>
        <a:p>
          <a:r>
            <a:rPr lang="en-US"/>
            <a:t>“Symptoms + medicine duration feels realistic”</a:t>
          </a:r>
        </a:p>
      </dgm:t>
    </dgm:pt>
    <dgm:pt modelId="{25E797ED-0E4A-47CD-A76C-A283C733B295}" type="parTrans" cxnId="{64DCCCB4-DD8B-4914-9F7D-84485848109A}">
      <dgm:prSet/>
      <dgm:spPr/>
      <dgm:t>
        <a:bodyPr/>
        <a:lstStyle/>
        <a:p>
          <a:endParaRPr lang="en-US"/>
        </a:p>
      </dgm:t>
    </dgm:pt>
    <dgm:pt modelId="{6DF9BBFA-84B1-4DF6-8263-0589DF551660}" type="sibTrans" cxnId="{64DCCCB4-DD8B-4914-9F7D-84485848109A}">
      <dgm:prSet/>
      <dgm:spPr/>
      <dgm:t>
        <a:bodyPr/>
        <a:lstStyle/>
        <a:p>
          <a:endParaRPr lang="en-US"/>
        </a:p>
      </dgm:t>
    </dgm:pt>
    <dgm:pt modelId="{01893BD8-59AA-4804-86E5-E34AAECB94F7}">
      <dgm:prSet/>
      <dgm:spPr/>
      <dgm:t>
        <a:bodyPr/>
        <a:lstStyle/>
        <a:p>
          <a:r>
            <a:rPr lang="en-US"/>
            <a:t>“Clear output helps decide next steps”</a:t>
          </a:r>
        </a:p>
      </dgm:t>
    </dgm:pt>
    <dgm:pt modelId="{BD16C173-7047-4ED6-88BE-53CF203F9613}" type="parTrans" cxnId="{B97586EB-084B-4605-A956-7D4C1F4F5374}">
      <dgm:prSet/>
      <dgm:spPr/>
      <dgm:t>
        <a:bodyPr/>
        <a:lstStyle/>
        <a:p>
          <a:endParaRPr lang="en-US"/>
        </a:p>
      </dgm:t>
    </dgm:pt>
    <dgm:pt modelId="{5CADF978-D2D0-4046-8BDE-C30A449016DB}" type="sibTrans" cxnId="{B97586EB-084B-4605-A956-7D4C1F4F5374}">
      <dgm:prSet/>
      <dgm:spPr/>
      <dgm:t>
        <a:bodyPr/>
        <a:lstStyle/>
        <a:p>
          <a:endParaRPr lang="en-US"/>
        </a:p>
      </dgm:t>
    </dgm:pt>
    <dgm:pt modelId="{BD1FF82C-9653-41DB-9D11-FEF4EA66CF26}">
      <dgm:prSet custT="1"/>
      <dgm:spPr/>
      <dgm:t>
        <a:bodyPr/>
        <a:lstStyle/>
        <a:p>
          <a:r>
            <a:rPr lang="en-US" sz="3200" b="1" u="sng" kern="120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Observed</a:t>
          </a:r>
          <a:r>
            <a:rPr lang="en-US" sz="5300" b="1" u="sng" kern="1200"/>
            <a:t> </a:t>
          </a:r>
          <a:r>
            <a:rPr lang="en-US" sz="3200" b="1" u="sng" kern="120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Benefits</a:t>
          </a:r>
        </a:p>
      </dgm:t>
    </dgm:pt>
    <dgm:pt modelId="{239F9463-458D-457B-9808-F4CE8C62CA3B}" type="parTrans" cxnId="{5405BD96-19A7-43DA-9CC8-44FF36426C99}">
      <dgm:prSet/>
      <dgm:spPr/>
      <dgm:t>
        <a:bodyPr/>
        <a:lstStyle/>
        <a:p>
          <a:endParaRPr lang="en-US"/>
        </a:p>
      </dgm:t>
    </dgm:pt>
    <dgm:pt modelId="{EEE34DC7-1A64-487B-95A2-9677CE09D98F}" type="sibTrans" cxnId="{5405BD96-19A7-43DA-9CC8-44FF36426C99}">
      <dgm:prSet/>
      <dgm:spPr/>
      <dgm:t>
        <a:bodyPr/>
        <a:lstStyle/>
        <a:p>
          <a:endParaRPr lang="en-US"/>
        </a:p>
      </dgm:t>
    </dgm:pt>
    <dgm:pt modelId="{0151E54C-7F79-4855-8638-73CA836DFA01}">
      <dgm:prSet/>
      <dgm:spPr/>
      <dgm:t>
        <a:bodyPr/>
        <a:lstStyle/>
        <a:p>
          <a:r>
            <a:rPr lang="en-US"/>
            <a:t>Increased awareness of vitamin health</a:t>
          </a:r>
        </a:p>
      </dgm:t>
    </dgm:pt>
    <dgm:pt modelId="{B0E891D4-1B7C-46D4-84CD-84CB44742229}" type="parTrans" cxnId="{26B79B26-9872-43FE-B59A-D64D3D398B68}">
      <dgm:prSet/>
      <dgm:spPr/>
      <dgm:t>
        <a:bodyPr/>
        <a:lstStyle/>
        <a:p>
          <a:endParaRPr lang="en-US"/>
        </a:p>
      </dgm:t>
    </dgm:pt>
    <dgm:pt modelId="{D9E91335-47A7-479D-9199-1E524821A82D}" type="sibTrans" cxnId="{26B79B26-9872-43FE-B59A-D64D3D398B68}">
      <dgm:prSet/>
      <dgm:spPr/>
      <dgm:t>
        <a:bodyPr/>
        <a:lstStyle/>
        <a:p>
          <a:endParaRPr lang="en-US"/>
        </a:p>
      </dgm:t>
    </dgm:pt>
    <dgm:pt modelId="{D7A9DCCA-E9BE-4FF5-A749-4610E94E65DD}">
      <dgm:prSet/>
      <dgm:spPr/>
      <dgm:t>
        <a:bodyPr/>
        <a:lstStyle/>
        <a:p>
          <a:r>
            <a:rPr lang="en-US"/>
            <a:t>Better patient–doctor communication</a:t>
          </a:r>
        </a:p>
      </dgm:t>
    </dgm:pt>
    <dgm:pt modelId="{871C5A01-3C6C-4C20-B0C9-84D068B492A6}" type="parTrans" cxnId="{1E3BCBC1-5B51-4FF5-9EB1-9F30125819E6}">
      <dgm:prSet/>
      <dgm:spPr/>
      <dgm:t>
        <a:bodyPr/>
        <a:lstStyle/>
        <a:p>
          <a:endParaRPr lang="en-US"/>
        </a:p>
      </dgm:t>
    </dgm:pt>
    <dgm:pt modelId="{28CEC746-EF5A-47B1-94DE-228A888617BA}" type="sibTrans" cxnId="{1E3BCBC1-5B51-4FF5-9EB1-9F30125819E6}">
      <dgm:prSet/>
      <dgm:spPr/>
      <dgm:t>
        <a:bodyPr/>
        <a:lstStyle/>
        <a:p>
          <a:endParaRPr lang="en-US"/>
        </a:p>
      </dgm:t>
    </dgm:pt>
    <dgm:pt modelId="{4636B828-4F12-46D9-9455-44F07D1D63A7}">
      <dgm:prSet/>
      <dgm:spPr/>
      <dgm:t>
        <a:bodyPr/>
        <a:lstStyle/>
        <a:p>
          <a:r>
            <a:rPr lang="en-US"/>
            <a:t>Reduced guesswork in early stages</a:t>
          </a:r>
        </a:p>
      </dgm:t>
    </dgm:pt>
    <dgm:pt modelId="{80864BAD-1BC2-475D-89D3-720FB6FF51CF}" type="parTrans" cxnId="{7FC54CEB-0DBD-47A3-95DF-AA57C24989A0}">
      <dgm:prSet/>
      <dgm:spPr/>
      <dgm:t>
        <a:bodyPr/>
        <a:lstStyle/>
        <a:p>
          <a:endParaRPr lang="en-US"/>
        </a:p>
      </dgm:t>
    </dgm:pt>
    <dgm:pt modelId="{9AD706A9-3A54-453C-BD29-3D848EB4EF61}" type="sibTrans" cxnId="{7FC54CEB-0DBD-47A3-95DF-AA57C24989A0}">
      <dgm:prSet/>
      <dgm:spPr/>
      <dgm:t>
        <a:bodyPr/>
        <a:lstStyle/>
        <a:p>
          <a:endParaRPr lang="en-US"/>
        </a:p>
      </dgm:t>
    </dgm:pt>
    <dgm:pt modelId="{A6F8E77F-44E4-4F02-977A-E0E0651D12B1}" type="pres">
      <dgm:prSet presAssocID="{C52B2E7E-3382-4CEA-A938-1B3991F7FCE9}" presName="Name0" presStyleCnt="0">
        <dgm:presLayoutVars>
          <dgm:dir/>
          <dgm:animLvl val="lvl"/>
          <dgm:resizeHandles val="exact"/>
        </dgm:presLayoutVars>
      </dgm:prSet>
      <dgm:spPr/>
    </dgm:pt>
    <dgm:pt modelId="{D7DB6636-8901-4FB9-9EC4-AE3154EC6F26}" type="pres">
      <dgm:prSet presAssocID="{08338CBA-2312-4417-A51C-6A53CB3CC216}" presName="linNode" presStyleCnt="0"/>
      <dgm:spPr/>
    </dgm:pt>
    <dgm:pt modelId="{076865A4-5C6C-4ED0-95CE-495B0DF7891B}" type="pres">
      <dgm:prSet presAssocID="{08338CBA-2312-4417-A51C-6A53CB3CC216}" presName="parentText" presStyleLbl="node1" presStyleIdx="0" presStyleCnt="2" custLinFactNeighborX="-1416" custLinFactNeighborY="5833">
        <dgm:presLayoutVars>
          <dgm:chMax val="1"/>
          <dgm:bulletEnabled val="1"/>
        </dgm:presLayoutVars>
      </dgm:prSet>
      <dgm:spPr/>
    </dgm:pt>
    <dgm:pt modelId="{315D22E4-3F43-452C-903C-81EBB59FC4C0}" type="pres">
      <dgm:prSet presAssocID="{08338CBA-2312-4417-A51C-6A53CB3CC216}" presName="descendantText" presStyleLbl="alignAccFollowNode1" presStyleIdx="0" presStyleCnt="2">
        <dgm:presLayoutVars>
          <dgm:bulletEnabled val="1"/>
        </dgm:presLayoutVars>
      </dgm:prSet>
      <dgm:spPr/>
    </dgm:pt>
    <dgm:pt modelId="{0D46F0BD-4678-4EDE-8DD8-FC0488AEB009}" type="pres">
      <dgm:prSet presAssocID="{475BD834-CE54-44CD-B514-EA151D37D2BF}" presName="sp" presStyleCnt="0"/>
      <dgm:spPr/>
    </dgm:pt>
    <dgm:pt modelId="{CC9883D9-090D-46C6-B477-D4526B0C9E96}" type="pres">
      <dgm:prSet presAssocID="{BD1FF82C-9653-41DB-9D11-FEF4EA66CF26}" presName="linNode" presStyleCnt="0"/>
      <dgm:spPr/>
    </dgm:pt>
    <dgm:pt modelId="{838865EA-73C2-4AEB-8CDF-F3DD4AA38FEC}" type="pres">
      <dgm:prSet presAssocID="{BD1FF82C-9653-41DB-9D11-FEF4EA66CF26}" presName="parentText" presStyleLbl="node1" presStyleIdx="1" presStyleCnt="2" custLinFactNeighborX="0" custLinFactNeighborY="-2241">
        <dgm:presLayoutVars>
          <dgm:chMax val="1"/>
          <dgm:bulletEnabled val="1"/>
        </dgm:presLayoutVars>
      </dgm:prSet>
      <dgm:spPr/>
    </dgm:pt>
    <dgm:pt modelId="{E86BCB69-16FF-434C-937F-CEC8B7A3DAAF}" type="pres">
      <dgm:prSet presAssocID="{BD1FF82C-9653-41DB-9D11-FEF4EA66CF2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41D6CE17-3807-4DF2-AE31-4AB50F16D6A0}" type="presOf" srcId="{0151E54C-7F79-4855-8638-73CA836DFA01}" destId="{E86BCB69-16FF-434C-937F-CEC8B7A3DAAF}" srcOrd="0" destOrd="0" presId="urn:microsoft.com/office/officeart/2005/8/layout/vList5"/>
    <dgm:cxn modelId="{5A55EB1A-C348-40D2-BC8A-1772E5C75662}" type="presOf" srcId="{C52B2E7E-3382-4CEA-A938-1B3991F7FCE9}" destId="{A6F8E77F-44E4-4F02-977A-E0E0651D12B1}" srcOrd="0" destOrd="0" presId="urn:microsoft.com/office/officeart/2005/8/layout/vList5"/>
    <dgm:cxn modelId="{26B79B26-9872-43FE-B59A-D64D3D398B68}" srcId="{BD1FF82C-9653-41DB-9D11-FEF4EA66CF26}" destId="{0151E54C-7F79-4855-8638-73CA836DFA01}" srcOrd="0" destOrd="0" parTransId="{B0E891D4-1B7C-46D4-84CD-84CB44742229}" sibTransId="{D9E91335-47A7-479D-9199-1E524821A82D}"/>
    <dgm:cxn modelId="{129A9D5E-4AF9-4174-A633-709C56A31830}" type="presOf" srcId="{5F3A317C-0121-4D0E-805A-D8BE36DA8536}" destId="{315D22E4-3F43-452C-903C-81EBB59FC4C0}" srcOrd="0" destOrd="1" presId="urn:microsoft.com/office/officeart/2005/8/layout/vList5"/>
    <dgm:cxn modelId="{4FC77044-C4ED-4D04-89B6-861474D3DE84}" type="presOf" srcId="{B9DE5A2A-DA81-4DF0-AD5A-FA907EE7C89C}" destId="{315D22E4-3F43-452C-903C-81EBB59FC4C0}" srcOrd="0" destOrd="2" presId="urn:microsoft.com/office/officeart/2005/8/layout/vList5"/>
    <dgm:cxn modelId="{21C73247-EBB2-48A4-8343-4E4144293139}" srcId="{C52B2E7E-3382-4CEA-A938-1B3991F7FCE9}" destId="{08338CBA-2312-4417-A51C-6A53CB3CC216}" srcOrd="0" destOrd="0" parTransId="{E44D59FC-F41E-4444-ABF8-882C0789D07C}" sibTransId="{475BD834-CE54-44CD-B514-EA151D37D2BF}"/>
    <dgm:cxn modelId="{1BC2BB71-F2D5-4B97-8928-F9E3FA3271E3}" type="presOf" srcId="{4636B828-4F12-46D9-9455-44F07D1D63A7}" destId="{E86BCB69-16FF-434C-937F-CEC8B7A3DAAF}" srcOrd="0" destOrd="2" presId="urn:microsoft.com/office/officeart/2005/8/layout/vList5"/>
    <dgm:cxn modelId="{D1085483-A058-4C16-B452-E62002DB43DD}" type="presOf" srcId="{08338CBA-2312-4417-A51C-6A53CB3CC216}" destId="{076865A4-5C6C-4ED0-95CE-495B0DF7891B}" srcOrd="0" destOrd="0" presId="urn:microsoft.com/office/officeart/2005/8/layout/vList5"/>
    <dgm:cxn modelId="{5405BD96-19A7-43DA-9CC8-44FF36426C99}" srcId="{C52B2E7E-3382-4CEA-A938-1B3991F7FCE9}" destId="{BD1FF82C-9653-41DB-9D11-FEF4EA66CF26}" srcOrd="1" destOrd="0" parTransId="{239F9463-458D-457B-9808-F4CE8C62CA3B}" sibTransId="{EEE34DC7-1A64-487B-95A2-9677CE09D98F}"/>
    <dgm:cxn modelId="{64DCCCB4-DD8B-4914-9F7D-84485848109A}" srcId="{08338CBA-2312-4417-A51C-6A53CB3CC216}" destId="{B9DE5A2A-DA81-4DF0-AD5A-FA907EE7C89C}" srcOrd="2" destOrd="0" parTransId="{25E797ED-0E4A-47CD-A76C-A283C733B295}" sibTransId="{6DF9BBFA-84B1-4DF6-8263-0589DF551660}"/>
    <dgm:cxn modelId="{86A4F4B6-EF3C-492A-BB96-B142BE851BA0}" type="presOf" srcId="{D7A9DCCA-E9BE-4FF5-A749-4610E94E65DD}" destId="{E86BCB69-16FF-434C-937F-CEC8B7A3DAAF}" srcOrd="0" destOrd="1" presId="urn:microsoft.com/office/officeart/2005/8/layout/vList5"/>
    <dgm:cxn modelId="{9E61ACBB-89DF-4A39-872A-07BEFF782275}" srcId="{08338CBA-2312-4417-A51C-6A53CB3CC216}" destId="{38C38EC8-9B26-4AD6-A87A-72E9AF321B38}" srcOrd="0" destOrd="0" parTransId="{CD3421D8-500F-4A4B-A763-787E5CE53058}" sibTransId="{3DFA2F64-6288-4B60-BA83-C173FA5D732E}"/>
    <dgm:cxn modelId="{1E3BCBC1-5B51-4FF5-9EB1-9F30125819E6}" srcId="{BD1FF82C-9653-41DB-9D11-FEF4EA66CF26}" destId="{D7A9DCCA-E9BE-4FF5-A749-4610E94E65DD}" srcOrd="1" destOrd="0" parTransId="{871C5A01-3C6C-4C20-B0C9-84D068B492A6}" sibTransId="{28CEC746-EF5A-47B1-94DE-228A888617BA}"/>
    <dgm:cxn modelId="{5FC190C5-D742-4806-BD3D-A3B0B223BB37}" type="presOf" srcId="{38C38EC8-9B26-4AD6-A87A-72E9AF321B38}" destId="{315D22E4-3F43-452C-903C-81EBB59FC4C0}" srcOrd="0" destOrd="0" presId="urn:microsoft.com/office/officeart/2005/8/layout/vList5"/>
    <dgm:cxn modelId="{9E93C0CB-2ADA-44E5-AC37-8DA0F32D87DD}" type="presOf" srcId="{BD1FF82C-9653-41DB-9D11-FEF4EA66CF26}" destId="{838865EA-73C2-4AEB-8CDF-F3DD4AA38FEC}" srcOrd="0" destOrd="0" presId="urn:microsoft.com/office/officeart/2005/8/layout/vList5"/>
    <dgm:cxn modelId="{919777E0-2ACC-4AA5-9BF3-0B3719ADB9ED}" srcId="{08338CBA-2312-4417-A51C-6A53CB3CC216}" destId="{5F3A317C-0121-4D0E-805A-D8BE36DA8536}" srcOrd="1" destOrd="0" parTransId="{79C6E471-0BF0-494F-A1B6-56E42CF5A7AC}" sibTransId="{78E301D0-F2AA-4FE0-A62C-6871309C76D6}"/>
    <dgm:cxn modelId="{7FC54CEB-0DBD-47A3-95DF-AA57C24989A0}" srcId="{BD1FF82C-9653-41DB-9D11-FEF4EA66CF26}" destId="{4636B828-4F12-46D9-9455-44F07D1D63A7}" srcOrd="2" destOrd="0" parTransId="{80864BAD-1BC2-475D-89D3-720FB6FF51CF}" sibTransId="{9AD706A9-3A54-453C-BD29-3D848EB4EF61}"/>
    <dgm:cxn modelId="{B97586EB-084B-4605-A956-7D4C1F4F5374}" srcId="{08338CBA-2312-4417-A51C-6A53CB3CC216}" destId="{01893BD8-59AA-4804-86E5-E34AAECB94F7}" srcOrd="3" destOrd="0" parTransId="{BD16C173-7047-4ED6-88BE-53CF203F9613}" sibTransId="{5CADF978-D2D0-4046-8BDE-C30A449016DB}"/>
    <dgm:cxn modelId="{097AACF3-756D-40BA-966C-C92992DDE8EF}" type="presOf" srcId="{01893BD8-59AA-4804-86E5-E34AAECB94F7}" destId="{315D22E4-3F43-452C-903C-81EBB59FC4C0}" srcOrd="0" destOrd="3" presId="urn:microsoft.com/office/officeart/2005/8/layout/vList5"/>
    <dgm:cxn modelId="{4E2DEEA6-58A9-419C-B241-E72DD0B2F0FC}" type="presParOf" srcId="{A6F8E77F-44E4-4F02-977A-E0E0651D12B1}" destId="{D7DB6636-8901-4FB9-9EC4-AE3154EC6F26}" srcOrd="0" destOrd="0" presId="urn:microsoft.com/office/officeart/2005/8/layout/vList5"/>
    <dgm:cxn modelId="{663C81DB-CB87-4844-9023-A25EF3A2EC43}" type="presParOf" srcId="{D7DB6636-8901-4FB9-9EC4-AE3154EC6F26}" destId="{076865A4-5C6C-4ED0-95CE-495B0DF7891B}" srcOrd="0" destOrd="0" presId="urn:microsoft.com/office/officeart/2005/8/layout/vList5"/>
    <dgm:cxn modelId="{E6BCA3C7-0D03-4342-8C28-3D36386F9D92}" type="presParOf" srcId="{D7DB6636-8901-4FB9-9EC4-AE3154EC6F26}" destId="{315D22E4-3F43-452C-903C-81EBB59FC4C0}" srcOrd="1" destOrd="0" presId="urn:microsoft.com/office/officeart/2005/8/layout/vList5"/>
    <dgm:cxn modelId="{3875E872-8893-482C-B9A7-B6C2772747F2}" type="presParOf" srcId="{A6F8E77F-44E4-4F02-977A-E0E0651D12B1}" destId="{0D46F0BD-4678-4EDE-8DD8-FC0488AEB009}" srcOrd="1" destOrd="0" presId="urn:microsoft.com/office/officeart/2005/8/layout/vList5"/>
    <dgm:cxn modelId="{D96EA843-6DD8-4E85-84D8-A9A1F80ACE98}" type="presParOf" srcId="{A6F8E77F-44E4-4F02-977A-E0E0651D12B1}" destId="{CC9883D9-090D-46C6-B477-D4526B0C9E96}" srcOrd="2" destOrd="0" presId="urn:microsoft.com/office/officeart/2005/8/layout/vList5"/>
    <dgm:cxn modelId="{5028BAB4-A56C-4ADF-9164-678B015D614A}" type="presParOf" srcId="{CC9883D9-090D-46C6-B477-D4526B0C9E96}" destId="{838865EA-73C2-4AEB-8CDF-F3DD4AA38FEC}" srcOrd="0" destOrd="0" presId="urn:microsoft.com/office/officeart/2005/8/layout/vList5"/>
    <dgm:cxn modelId="{5D2488FF-A540-4574-AB4E-722C879565B7}" type="presParOf" srcId="{CC9883D9-090D-46C6-B477-D4526B0C9E96}" destId="{E86BCB69-16FF-434C-937F-CEC8B7A3DAA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CFD03B-2DE8-490F-AAD1-BA6E04A86E3F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E26CA8C-B112-4992-9FB0-56E66B7D21A9}">
      <dgm:prSet custT="1"/>
      <dgm:spPr/>
      <dgm:t>
        <a:bodyPr/>
        <a:lstStyle/>
        <a:p>
          <a:r>
            <a:rPr lang="en-US" sz="2400" b="1"/>
            <a:t>Design excellence / contribution</a:t>
          </a:r>
          <a:endParaRPr lang="en-US" sz="2400"/>
        </a:p>
      </dgm:t>
    </dgm:pt>
    <dgm:pt modelId="{DF776630-1726-4B54-A72F-50A67844E870}" type="parTrans" cxnId="{3AAF41B8-7C3C-4A07-A0DC-D7C06D58F8D9}">
      <dgm:prSet/>
      <dgm:spPr/>
      <dgm:t>
        <a:bodyPr/>
        <a:lstStyle/>
        <a:p>
          <a:endParaRPr lang="en-US"/>
        </a:p>
      </dgm:t>
    </dgm:pt>
    <dgm:pt modelId="{00402403-42E9-43BF-9096-96F833ACE6F0}" type="sibTrans" cxnId="{3AAF41B8-7C3C-4A07-A0DC-D7C06D58F8D9}">
      <dgm:prSet/>
      <dgm:spPr/>
      <dgm:t>
        <a:bodyPr/>
        <a:lstStyle/>
        <a:p>
          <a:endParaRPr lang="en-US"/>
        </a:p>
      </dgm:t>
    </dgm:pt>
    <dgm:pt modelId="{1B25BF64-51AC-4515-85B3-8678577DA8C8}">
      <dgm:prSet custT="1"/>
      <dgm:spPr/>
      <dgm:t>
        <a:bodyPr/>
        <a:lstStyle/>
        <a:p>
          <a:r>
            <a:rPr lang="en-US" sz="2000"/>
            <a:t>Hybrid model combining evidence-based scoring with interaction severity.</a:t>
          </a:r>
        </a:p>
      </dgm:t>
    </dgm:pt>
    <dgm:pt modelId="{7119C9DE-1F4A-44C1-9144-9435AB767196}" type="parTrans" cxnId="{DEEA8CA1-1786-4E68-A3AB-559A37B2FAED}">
      <dgm:prSet/>
      <dgm:spPr/>
      <dgm:t>
        <a:bodyPr/>
        <a:lstStyle/>
        <a:p>
          <a:endParaRPr lang="en-US"/>
        </a:p>
      </dgm:t>
    </dgm:pt>
    <dgm:pt modelId="{C0C568D1-3CE4-4EE3-B858-9A61B9CA9E27}" type="sibTrans" cxnId="{DEEA8CA1-1786-4E68-A3AB-559A37B2FAED}">
      <dgm:prSet/>
      <dgm:spPr/>
      <dgm:t>
        <a:bodyPr/>
        <a:lstStyle/>
        <a:p>
          <a:endParaRPr lang="en-US"/>
        </a:p>
      </dgm:t>
    </dgm:pt>
    <dgm:pt modelId="{A15BBBAE-1D04-427B-A003-B9630B87B20F}">
      <dgm:prSet custT="1"/>
      <dgm:spPr/>
      <dgm:t>
        <a:bodyPr/>
        <a:lstStyle/>
        <a:p>
          <a:r>
            <a:rPr lang="en-US" sz="2000"/>
            <a:t>Modular backend design with a dedicated scoring engine.</a:t>
          </a:r>
        </a:p>
      </dgm:t>
    </dgm:pt>
    <dgm:pt modelId="{71AF3862-1D01-47C3-A0BD-9A844F0D128A}" type="parTrans" cxnId="{5CA630B8-7C92-4F10-979C-F02973360AB3}">
      <dgm:prSet/>
      <dgm:spPr/>
      <dgm:t>
        <a:bodyPr/>
        <a:lstStyle/>
        <a:p>
          <a:endParaRPr lang="en-US"/>
        </a:p>
      </dgm:t>
    </dgm:pt>
    <dgm:pt modelId="{92488AEF-96FB-43C7-861E-1C32FB4BD3AE}" type="sibTrans" cxnId="{5CA630B8-7C92-4F10-979C-F02973360AB3}">
      <dgm:prSet/>
      <dgm:spPr/>
      <dgm:t>
        <a:bodyPr/>
        <a:lstStyle/>
        <a:p>
          <a:endParaRPr lang="en-US"/>
        </a:p>
      </dgm:t>
    </dgm:pt>
    <dgm:pt modelId="{57C3B563-E740-41C8-95EB-9A3152EC1559}">
      <dgm:prSet custT="1"/>
      <dgm:spPr/>
      <dgm:t>
        <a:bodyPr/>
        <a:lstStyle/>
        <a:p>
          <a:r>
            <a:rPr lang="en-US" sz="2000"/>
            <a:t>Strong input validation (drug limits, duplicate removal).Transparent scoring with clear S1–S5 breakdown.</a:t>
          </a:r>
        </a:p>
      </dgm:t>
    </dgm:pt>
    <dgm:pt modelId="{6B78F19C-C083-416B-A904-5B4A91A31F6A}" type="parTrans" cxnId="{3ACEB783-761D-45E4-B65C-A43F40477D96}">
      <dgm:prSet/>
      <dgm:spPr/>
      <dgm:t>
        <a:bodyPr/>
        <a:lstStyle/>
        <a:p>
          <a:endParaRPr lang="en-US"/>
        </a:p>
      </dgm:t>
    </dgm:pt>
    <dgm:pt modelId="{14FE596B-F4E7-4759-8DF1-486E8AB6BED9}" type="sibTrans" cxnId="{3ACEB783-761D-45E4-B65C-A43F40477D96}">
      <dgm:prSet/>
      <dgm:spPr/>
      <dgm:t>
        <a:bodyPr/>
        <a:lstStyle/>
        <a:p>
          <a:endParaRPr lang="en-US"/>
        </a:p>
      </dgm:t>
    </dgm:pt>
    <dgm:pt modelId="{6B979CC7-A08A-488A-A505-1F50D7EAC622}">
      <dgm:prSet custT="1"/>
      <dgm:spPr/>
      <dgm:t>
        <a:bodyPr/>
        <a:lstStyle/>
        <a:p>
          <a:r>
            <a:rPr lang="en-US" sz="2400" b="1"/>
            <a:t>User feedback on the prototype</a:t>
          </a:r>
          <a:endParaRPr lang="en-US" sz="2400"/>
        </a:p>
      </dgm:t>
    </dgm:pt>
    <dgm:pt modelId="{622D491F-19B1-450C-809D-8CC255042E13}" type="parTrans" cxnId="{1771DE80-E96E-44CA-A6DD-CDA529A4DC84}">
      <dgm:prSet/>
      <dgm:spPr/>
      <dgm:t>
        <a:bodyPr/>
        <a:lstStyle/>
        <a:p>
          <a:endParaRPr lang="en-US"/>
        </a:p>
      </dgm:t>
    </dgm:pt>
    <dgm:pt modelId="{487FA053-1C98-4D4C-AC95-8AE2DF6E1461}" type="sibTrans" cxnId="{1771DE80-E96E-44CA-A6DD-CDA529A4DC84}">
      <dgm:prSet/>
      <dgm:spPr/>
      <dgm:t>
        <a:bodyPr/>
        <a:lstStyle/>
        <a:p>
          <a:endParaRPr lang="en-US"/>
        </a:p>
      </dgm:t>
    </dgm:pt>
    <dgm:pt modelId="{F99C8030-6D9F-425E-9F5D-3DDEE674A9E7}">
      <dgm:prSet custT="1"/>
      <dgm:spPr/>
      <dgm:t>
        <a:bodyPr/>
        <a:lstStyle/>
        <a:p>
          <a:r>
            <a:rPr lang="en-US" sz="2000"/>
            <a:t>User Feedback on </a:t>
          </a:r>
          <a:r>
            <a:rPr lang="en-US" sz="2000" err="1"/>
            <a:t>PrototypeRisk</a:t>
          </a:r>
          <a:r>
            <a:rPr lang="en-US" sz="2000"/>
            <a:t> score visualization is clear and informative.</a:t>
          </a:r>
        </a:p>
      </dgm:t>
    </dgm:pt>
    <dgm:pt modelId="{E939797F-14EB-46E7-B101-86C1E9AB605A}" type="parTrans" cxnId="{E4CCFF4E-D748-4DAD-87F8-8C701CBA2D52}">
      <dgm:prSet/>
      <dgm:spPr/>
      <dgm:t>
        <a:bodyPr/>
        <a:lstStyle/>
        <a:p>
          <a:endParaRPr lang="en-US"/>
        </a:p>
      </dgm:t>
    </dgm:pt>
    <dgm:pt modelId="{2412F243-28C0-4FD6-855B-DC183EC41D11}" type="sibTrans" cxnId="{E4CCFF4E-D748-4DAD-87F8-8C701CBA2D52}">
      <dgm:prSet/>
      <dgm:spPr/>
      <dgm:t>
        <a:bodyPr/>
        <a:lstStyle/>
        <a:p>
          <a:endParaRPr lang="en-US"/>
        </a:p>
      </dgm:t>
    </dgm:pt>
    <dgm:pt modelId="{1183223C-F79E-4665-A005-D94315062317}">
      <dgm:prSet custT="1"/>
      <dgm:spPr/>
      <dgm:t>
        <a:bodyPr/>
        <a:lstStyle/>
        <a:p>
          <a:r>
            <a:rPr lang="en-US" sz="2000"/>
            <a:t>Interaction severity details support safer prescribing </a:t>
          </a:r>
          <a:r>
            <a:rPr lang="en-US" sz="2000" err="1"/>
            <a:t>decisions.Overall</a:t>
          </a:r>
          <a:r>
            <a:rPr lang="en-US" sz="2000"/>
            <a:t> prototype evaluated as practical and clinically useful.</a:t>
          </a:r>
        </a:p>
      </dgm:t>
    </dgm:pt>
    <dgm:pt modelId="{C2AB6BB6-DDEF-4BB4-95B7-E3B45C738B31}" type="parTrans" cxnId="{798D5D93-B1E0-49EA-AEAF-78DC1D62B597}">
      <dgm:prSet/>
      <dgm:spPr/>
      <dgm:t>
        <a:bodyPr/>
        <a:lstStyle/>
        <a:p>
          <a:endParaRPr lang="en-US"/>
        </a:p>
      </dgm:t>
    </dgm:pt>
    <dgm:pt modelId="{2C2596B2-11E2-4444-A7E0-F351E9AAC69F}" type="sibTrans" cxnId="{798D5D93-B1E0-49EA-AEAF-78DC1D62B597}">
      <dgm:prSet/>
      <dgm:spPr/>
      <dgm:t>
        <a:bodyPr/>
        <a:lstStyle/>
        <a:p>
          <a:endParaRPr lang="en-US"/>
        </a:p>
      </dgm:t>
    </dgm:pt>
    <dgm:pt modelId="{94313609-B5AC-47C2-9B6C-31D0A16C91CD}">
      <dgm:prSet/>
      <dgm:spPr/>
      <dgm:t>
        <a:bodyPr/>
        <a:lstStyle/>
        <a:p>
          <a:r>
            <a:rPr lang="en-US"/>
            <a:t>Future Enhancement</a:t>
          </a:r>
        </a:p>
      </dgm:t>
    </dgm:pt>
    <dgm:pt modelId="{0A2E0B58-9DE6-489A-9C7E-B736E5E97270}" type="parTrans" cxnId="{D2E1993D-89FC-409E-BFA7-D53193EE9ED4}">
      <dgm:prSet/>
      <dgm:spPr/>
      <dgm:t>
        <a:bodyPr/>
        <a:lstStyle/>
        <a:p>
          <a:endParaRPr lang="en-US"/>
        </a:p>
      </dgm:t>
    </dgm:pt>
    <dgm:pt modelId="{5378155A-8948-4ABB-AAC4-074CF8940623}" type="sibTrans" cxnId="{D2E1993D-89FC-409E-BFA7-D53193EE9ED4}">
      <dgm:prSet/>
      <dgm:spPr/>
      <dgm:t>
        <a:bodyPr/>
        <a:lstStyle/>
        <a:p>
          <a:endParaRPr lang="en-US"/>
        </a:p>
      </dgm:t>
    </dgm:pt>
    <dgm:pt modelId="{5402F838-619A-4FF0-9FB5-EE8F01713275}">
      <dgm:prSet/>
      <dgm:spPr/>
      <dgm:t>
        <a:bodyPr/>
        <a:lstStyle/>
        <a:p>
          <a:r>
            <a:rPr lang="en-US"/>
            <a:t>Predict the next  Adverse  Drug Event considering the patient using current  age, Drugs  and current diseases</a:t>
          </a:r>
        </a:p>
      </dgm:t>
    </dgm:pt>
    <dgm:pt modelId="{7BD49CEE-E3A3-4502-AA57-660D59C1860B}" type="parTrans" cxnId="{E3E261EE-2424-425A-833D-165A2CE1981C}">
      <dgm:prSet/>
      <dgm:spPr/>
      <dgm:t>
        <a:bodyPr/>
        <a:lstStyle/>
        <a:p>
          <a:endParaRPr lang="en-US"/>
        </a:p>
      </dgm:t>
    </dgm:pt>
    <dgm:pt modelId="{6F4F22B4-00DA-433D-8885-1688CC08F343}" type="sibTrans" cxnId="{E3E261EE-2424-425A-833D-165A2CE1981C}">
      <dgm:prSet/>
      <dgm:spPr/>
      <dgm:t>
        <a:bodyPr/>
        <a:lstStyle/>
        <a:p>
          <a:endParaRPr lang="en-US"/>
        </a:p>
      </dgm:t>
    </dgm:pt>
    <dgm:pt modelId="{6B7F3C41-66B4-4115-8DE1-027A8D8797BB}" type="pres">
      <dgm:prSet presAssocID="{29CFD03B-2DE8-490F-AAD1-BA6E04A86E3F}" presName="Name0" presStyleCnt="0">
        <dgm:presLayoutVars>
          <dgm:dir/>
          <dgm:animLvl val="lvl"/>
          <dgm:resizeHandles val="exact"/>
        </dgm:presLayoutVars>
      </dgm:prSet>
      <dgm:spPr/>
    </dgm:pt>
    <dgm:pt modelId="{756CD8A0-7973-4461-B808-50FDA3BC9B23}" type="pres">
      <dgm:prSet presAssocID="{8E26CA8C-B112-4992-9FB0-56E66B7D21A9}" presName="composite" presStyleCnt="0"/>
      <dgm:spPr/>
    </dgm:pt>
    <dgm:pt modelId="{859A9D42-8076-4704-A30A-0B7A4E4C92C4}" type="pres">
      <dgm:prSet presAssocID="{8E26CA8C-B112-4992-9FB0-56E66B7D21A9}" presName="parTx" presStyleLbl="alignNode1" presStyleIdx="0" presStyleCnt="3" custLinFactNeighborX="-6979" custLinFactNeighborY="451">
        <dgm:presLayoutVars>
          <dgm:chMax val="0"/>
          <dgm:chPref val="0"/>
          <dgm:bulletEnabled val="1"/>
        </dgm:presLayoutVars>
      </dgm:prSet>
      <dgm:spPr/>
    </dgm:pt>
    <dgm:pt modelId="{3817D0A9-1CBE-4534-AC05-2EB0B5E6E0F9}" type="pres">
      <dgm:prSet presAssocID="{8E26CA8C-B112-4992-9FB0-56E66B7D21A9}" presName="desTx" presStyleLbl="alignAccFollowNode1" presStyleIdx="0" presStyleCnt="3">
        <dgm:presLayoutVars>
          <dgm:bulletEnabled val="1"/>
        </dgm:presLayoutVars>
      </dgm:prSet>
      <dgm:spPr/>
    </dgm:pt>
    <dgm:pt modelId="{DB47D2B4-7557-42EA-836E-6875CD2513E9}" type="pres">
      <dgm:prSet presAssocID="{00402403-42E9-43BF-9096-96F833ACE6F0}" presName="space" presStyleCnt="0"/>
      <dgm:spPr/>
    </dgm:pt>
    <dgm:pt modelId="{C89B0519-3EC8-48C9-843A-2F7E242EE316}" type="pres">
      <dgm:prSet presAssocID="{6B979CC7-A08A-488A-A505-1F50D7EAC622}" presName="composite" presStyleCnt="0"/>
      <dgm:spPr/>
    </dgm:pt>
    <dgm:pt modelId="{AB800EDB-244E-4954-A44E-147A56F46CAD}" type="pres">
      <dgm:prSet presAssocID="{6B979CC7-A08A-488A-A505-1F50D7EAC62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10A2075-8B91-4D5D-BA7E-27668DA45934}" type="pres">
      <dgm:prSet presAssocID="{6B979CC7-A08A-488A-A505-1F50D7EAC622}" presName="desTx" presStyleLbl="alignAccFollowNode1" presStyleIdx="1" presStyleCnt="3">
        <dgm:presLayoutVars>
          <dgm:bulletEnabled val="1"/>
        </dgm:presLayoutVars>
      </dgm:prSet>
      <dgm:spPr/>
    </dgm:pt>
    <dgm:pt modelId="{7174A01B-E1F6-46B4-8030-BAFAB1AD4D0B}" type="pres">
      <dgm:prSet presAssocID="{487FA053-1C98-4D4C-AC95-8AE2DF6E1461}" presName="space" presStyleCnt="0"/>
      <dgm:spPr/>
    </dgm:pt>
    <dgm:pt modelId="{D3CF6CA4-2A9A-414A-A21E-77484D5D4486}" type="pres">
      <dgm:prSet presAssocID="{94313609-B5AC-47C2-9B6C-31D0A16C91CD}" presName="composite" presStyleCnt="0"/>
      <dgm:spPr/>
    </dgm:pt>
    <dgm:pt modelId="{CBA20557-D276-4422-9695-C32DEF2F0E3B}" type="pres">
      <dgm:prSet presAssocID="{94313609-B5AC-47C2-9B6C-31D0A16C91C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C69C84F-1C58-403A-9777-4748C087B92A}" type="pres">
      <dgm:prSet presAssocID="{94313609-B5AC-47C2-9B6C-31D0A16C91C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37B8E0B-5B1D-4CEA-AD7C-B721F5E3D825}" type="presOf" srcId="{5402F838-619A-4FF0-9FB5-EE8F01713275}" destId="{DC69C84F-1C58-403A-9777-4748C087B92A}" srcOrd="0" destOrd="0" presId="urn:microsoft.com/office/officeart/2005/8/layout/hList1"/>
    <dgm:cxn modelId="{A494A830-90B5-45FB-9AEE-C3335337E5C8}" type="presOf" srcId="{29CFD03B-2DE8-490F-AAD1-BA6E04A86E3F}" destId="{6B7F3C41-66B4-4115-8DE1-027A8D8797BB}" srcOrd="0" destOrd="0" presId="urn:microsoft.com/office/officeart/2005/8/layout/hList1"/>
    <dgm:cxn modelId="{D2E1993D-89FC-409E-BFA7-D53193EE9ED4}" srcId="{29CFD03B-2DE8-490F-AAD1-BA6E04A86E3F}" destId="{94313609-B5AC-47C2-9B6C-31D0A16C91CD}" srcOrd="2" destOrd="0" parTransId="{0A2E0B58-9DE6-489A-9C7E-B736E5E97270}" sibTransId="{5378155A-8948-4ABB-AAC4-074CF8940623}"/>
    <dgm:cxn modelId="{4041F041-1F72-4590-8254-C7955D9FFB40}" type="presOf" srcId="{6B979CC7-A08A-488A-A505-1F50D7EAC622}" destId="{AB800EDB-244E-4954-A44E-147A56F46CAD}" srcOrd="0" destOrd="0" presId="urn:microsoft.com/office/officeart/2005/8/layout/hList1"/>
    <dgm:cxn modelId="{E4CCFF4E-D748-4DAD-87F8-8C701CBA2D52}" srcId="{6B979CC7-A08A-488A-A505-1F50D7EAC622}" destId="{F99C8030-6D9F-425E-9F5D-3DDEE674A9E7}" srcOrd="0" destOrd="0" parTransId="{E939797F-14EB-46E7-B101-86C1E9AB605A}" sibTransId="{2412F243-28C0-4FD6-855B-DC183EC41D11}"/>
    <dgm:cxn modelId="{C9E6427D-5C70-4B7E-AB36-CE5C153C44E4}" type="presOf" srcId="{94313609-B5AC-47C2-9B6C-31D0A16C91CD}" destId="{CBA20557-D276-4422-9695-C32DEF2F0E3B}" srcOrd="0" destOrd="0" presId="urn:microsoft.com/office/officeart/2005/8/layout/hList1"/>
    <dgm:cxn modelId="{1771DE80-E96E-44CA-A6DD-CDA529A4DC84}" srcId="{29CFD03B-2DE8-490F-AAD1-BA6E04A86E3F}" destId="{6B979CC7-A08A-488A-A505-1F50D7EAC622}" srcOrd="1" destOrd="0" parTransId="{622D491F-19B1-450C-809D-8CC255042E13}" sibTransId="{487FA053-1C98-4D4C-AC95-8AE2DF6E1461}"/>
    <dgm:cxn modelId="{3ACEB783-761D-45E4-B65C-A43F40477D96}" srcId="{8E26CA8C-B112-4992-9FB0-56E66B7D21A9}" destId="{57C3B563-E740-41C8-95EB-9A3152EC1559}" srcOrd="2" destOrd="0" parTransId="{6B78F19C-C083-416B-A904-5B4A91A31F6A}" sibTransId="{14FE596B-F4E7-4759-8DF1-486E8AB6BED9}"/>
    <dgm:cxn modelId="{798D5D93-B1E0-49EA-AEAF-78DC1D62B597}" srcId="{6B979CC7-A08A-488A-A505-1F50D7EAC622}" destId="{1183223C-F79E-4665-A005-D94315062317}" srcOrd="1" destOrd="0" parTransId="{C2AB6BB6-DDEF-4BB4-95B7-E3B45C738B31}" sibTransId="{2C2596B2-11E2-4444-A7E0-F351E9AAC69F}"/>
    <dgm:cxn modelId="{DEEA8CA1-1786-4E68-A3AB-559A37B2FAED}" srcId="{8E26CA8C-B112-4992-9FB0-56E66B7D21A9}" destId="{1B25BF64-51AC-4515-85B3-8678577DA8C8}" srcOrd="0" destOrd="0" parTransId="{7119C9DE-1F4A-44C1-9144-9435AB767196}" sibTransId="{C0C568D1-3CE4-4EE3-B858-9A61B9CA9E27}"/>
    <dgm:cxn modelId="{A53BCAA9-E980-4F17-9EB1-94F1FA686656}" type="presOf" srcId="{57C3B563-E740-41C8-95EB-9A3152EC1559}" destId="{3817D0A9-1CBE-4534-AC05-2EB0B5E6E0F9}" srcOrd="0" destOrd="2" presId="urn:microsoft.com/office/officeart/2005/8/layout/hList1"/>
    <dgm:cxn modelId="{FE3671B4-7CB6-4A8F-A1C8-06716AD8AEC4}" type="presOf" srcId="{8E26CA8C-B112-4992-9FB0-56E66B7D21A9}" destId="{859A9D42-8076-4704-A30A-0B7A4E4C92C4}" srcOrd="0" destOrd="0" presId="urn:microsoft.com/office/officeart/2005/8/layout/hList1"/>
    <dgm:cxn modelId="{5CA630B8-7C92-4F10-979C-F02973360AB3}" srcId="{8E26CA8C-B112-4992-9FB0-56E66B7D21A9}" destId="{A15BBBAE-1D04-427B-A003-B9630B87B20F}" srcOrd="1" destOrd="0" parTransId="{71AF3862-1D01-47C3-A0BD-9A844F0D128A}" sibTransId="{92488AEF-96FB-43C7-861E-1C32FB4BD3AE}"/>
    <dgm:cxn modelId="{3AAF41B8-7C3C-4A07-A0DC-D7C06D58F8D9}" srcId="{29CFD03B-2DE8-490F-AAD1-BA6E04A86E3F}" destId="{8E26CA8C-B112-4992-9FB0-56E66B7D21A9}" srcOrd="0" destOrd="0" parTransId="{DF776630-1726-4B54-A72F-50A67844E870}" sibTransId="{00402403-42E9-43BF-9096-96F833ACE6F0}"/>
    <dgm:cxn modelId="{302173D1-6880-4B45-8A5E-D8DE1B3859A5}" type="presOf" srcId="{1183223C-F79E-4665-A005-D94315062317}" destId="{110A2075-8B91-4D5D-BA7E-27668DA45934}" srcOrd="0" destOrd="1" presId="urn:microsoft.com/office/officeart/2005/8/layout/hList1"/>
    <dgm:cxn modelId="{E3E261EE-2424-425A-833D-165A2CE1981C}" srcId="{94313609-B5AC-47C2-9B6C-31D0A16C91CD}" destId="{5402F838-619A-4FF0-9FB5-EE8F01713275}" srcOrd="0" destOrd="0" parTransId="{7BD49CEE-E3A3-4502-AA57-660D59C1860B}" sibTransId="{6F4F22B4-00DA-433D-8885-1688CC08F343}"/>
    <dgm:cxn modelId="{1A11D0F0-9C4E-4CBB-9FA8-2E3477826931}" type="presOf" srcId="{1B25BF64-51AC-4515-85B3-8678577DA8C8}" destId="{3817D0A9-1CBE-4534-AC05-2EB0B5E6E0F9}" srcOrd="0" destOrd="0" presId="urn:microsoft.com/office/officeart/2005/8/layout/hList1"/>
    <dgm:cxn modelId="{1D2F4FF6-3A9B-4706-BCFF-B38615DA57EA}" type="presOf" srcId="{F99C8030-6D9F-425E-9F5D-3DDEE674A9E7}" destId="{110A2075-8B91-4D5D-BA7E-27668DA45934}" srcOrd="0" destOrd="0" presId="urn:microsoft.com/office/officeart/2005/8/layout/hList1"/>
    <dgm:cxn modelId="{D6B3F3FC-E194-46E5-B0A7-479996438BE9}" type="presOf" srcId="{A15BBBAE-1D04-427B-A003-B9630B87B20F}" destId="{3817D0A9-1CBE-4534-AC05-2EB0B5E6E0F9}" srcOrd="0" destOrd="1" presId="urn:microsoft.com/office/officeart/2005/8/layout/hList1"/>
    <dgm:cxn modelId="{8B7256FB-30C0-4065-87DB-5FAD411D1A00}" type="presParOf" srcId="{6B7F3C41-66B4-4115-8DE1-027A8D8797BB}" destId="{756CD8A0-7973-4461-B808-50FDA3BC9B23}" srcOrd="0" destOrd="0" presId="urn:microsoft.com/office/officeart/2005/8/layout/hList1"/>
    <dgm:cxn modelId="{774620C1-22CD-4C74-8ABB-E82C73D9F2A3}" type="presParOf" srcId="{756CD8A0-7973-4461-B808-50FDA3BC9B23}" destId="{859A9D42-8076-4704-A30A-0B7A4E4C92C4}" srcOrd="0" destOrd="0" presId="urn:microsoft.com/office/officeart/2005/8/layout/hList1"/>
    <dgm:cxn modelId="{E337C36F-A359-4426-B953-F869141B6B60}" type="presParOf" srcId="{756CD8A0-7973-4461-B808-50FDA3BC9B23}" destId="{3817D0A9-1CBE-4534-AC05-2EB0B5E6E0F9}" srcOrd="1" destOrd="0" presId="urn:microsoft.com/office/officeart/2005/8/layout/hList1"/>
    <dgm:cxn modelId="{C0DEF4E7-C569-4ACF-8700-40F5D2BA8A06}" type="presParOf" srcId="{6B7F3C41-66B4-4115-8DE1-027A8D8797BB}" destId="{DB47D2B4-7557-42EA-836E-6875CD2513E9}" srcOrd="1" destOrd="0" presId="urn:microsoft.com/office/officeart/2005/8/layout/hList1"/>
    <dgm:cxn modelId="{0EE8E9ED-0903-4EF9-BBC3-1A5F85696719}" type="presParOf" srcId="{6B7F3C41-66B4-4115-8DE1-027A8D8797BB}" destId="{C89B0519-3EC8-48C9-843A-2F7E242EE316}" srcOrd="2" destOrd="0" presId="urn:microsoft.com/office/officeart/2005/8/layout/hList1"/>
    <dgm:cxn modelId="{6E09E33A-99CC-4145-8BCC-C99B0EDD5800}" type="presParOf" srcId="{C89B0519-3EC8-48C9-843A-2F7E242EE316}" destId="{AB800EDB-244E-4954-A44E-147A56F46CAD}" srcOrd="0" destOrd="0" presId="urn:microsoft.com/office/officeart/2005/8/layout/hList1"/>
    <dgm:cxn modelId="{62F37F0E-15AF-4F1E-8285-672922181812}" type="presParOf" srcId="{C89B0519-3EC8-48C9-843A-2F7E242EE316}" destId="{110A2075-8B91-4D5D-BA7E-27668DA45934}" srcOrd="1" destOrd="0" presId="urn:microsoft.com/office/officeart/2005/8/layout/hList1"/>
    <dgm:cxn modelId="{B7B94FA8-27EE-4959-B4ED-A581693FF1E0}" type="presParOf" srcId="{6B7F3C41-66B4-4115-8DE1-027A8D8797BB}" destId="{7174A01B-E1F6-46B4-8030-BAFAB1AD4D0B}" srcOrd="3" destOrd="0" presId="urn:microsoft.com/office/officeart/2005/8/layout/hList1"/>
    <dgm:cxn modelId="{9DDFE289-F5E6-49A4-9B70-39C28D153CE0}" type="presParOf" srcId="{6B7F3C41-66B4-4115-8DE1-027A8D8797BB}" destId="{D3CF6CA4-2A9A-414A-A21E-77484D5D4486}" srcOrd="4" destOrd="0" presId="urn:microsoft.com/office/officeart/2005/8/layout/hList1"/>
    <dgm:cxn modelId="{B7B310A7-FCDC-4219-B8F9-D407E315433A}" type="presParOf" srcId="{D3CF6CA4-2A9A-414A-A21E-77484D5D4486}" destId="{CBA20557-D276-4422-9695-C32DEF2F0E3B}" srcOrd="0" destOrd="0" presId="urn:microsoft.com/office/officeart/2005/8/layout/hList1"/>
    <dgm:cxn modelId="{FE7E7D81-06B2-4B73-915E-671017DF6C38}" type="presParOf" srcId="{D3CF6CA4-2A9A-414A-A21E-77484D5D4486}" destId="{DC69C84F-1C58-403A-9777-4748C087B92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603A00-C6FC-4BE6-9141-6CA0B113433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E0810A-DAA8-4544-8A44-E0356BCEF188}">
      <dgm:prSet/>
      <dgm:spPr/>
      <dgm:t>
        <a:bodyPr/>
        <a:lstStyle/>
        <a:p>
          <a:r>
            <a:rPr lang="en-US" b="1"/>
            <a:t>Monitors Mental and Emotional Well-Being</a:t>
          </a:r>
          <a:br>
            <a:rPr lang="en-US"/>
          </a:br>
          <a:r>
            <a:rPr lang="en-US" b="0"/>
            <a:t>Uses facial expression analysis and interaction tracking to detect stress, low mood, and emotional changes in elderly patients.</a:t>
          </a:r>
        </a:p>
      </dgm:t>
    </dgm:pt>
    <dgm:pt modelId="{5CD66EFD-DF4E-44A8-A918-76E07BEF87A3}" type="parTrans" cxnId="{378F4C2A-F502-46F7-99DA-56C3390A626A}">
      <dgm:prSet/>
      <dgm:spPr/>
      <dgm:t>
        <a:bodyPr/>
        <a:lstStyle/>
        <a:p>
          <a:endParaRPr lang="en-US"/>
        </a:p>
      </dgm:t>
    </dgm:pt>
    <dgm:pt modelId="{6B1302CE-7055-4430-B945-679F261D629E}" type="sibTrans" cxnId="{378F4C2A-F502-46F7-99DA-56C3390A626A}">
      <dgm:prSet/>
      <dgm:spPr/>
      <dgm:t>
        <a:bodyPr/>
        <a:lstStyle/>
        <a:p>
          <a:endParaRPr lang="en-US"/>
        </a:p>
      </dgm:t>
    </dgm:pt>
    <dgm:pt modelId="{E0E85CCA-AE7C-41CF-B676-AE8FD241C3A3}">
      <dgm:prSet/>
      <dgm:spPr/>
      <dgm:t>
        <a:bodyPr/>
        <a:lstStyle/>
        <a:p>
          <a:r>
            <a:rPr lang="en-US" b="1"/>
            <a:t>Integrates Polypharmacy Risk Awareness</a:t>
          </a:r>
          <a:br>
            <a:rPr lang="en-US"/>
          </a:br>
          <a:r>
            <a:rPr lang="en-US" b="0"/>
            <a:t>Considers the user’s polypharmacy risk score to provide lifestyle guidance that is safe alongside prescribed medications.</a:t>
          </a:r>
        </a:p>
      </dgm:t>
    </dgm:pt>
    <dgm:pt modelId="{CCAAF67C-13E3-43D3-B6F6-BC9B696EC6AA}" type="parTrans" cxnId="{9C443413-87DA-4869-812E-ACF4D061B208}">
      <dgm:prSet/>
      <dgm:spPr/>
      <dgm:t>
        <a:bodyPr/>
        <a:lstStyle/>
        <a:p>
          <a:endParaRPr lang="en-US"/>
        </a:p>
      </dgm:t>
    </dgm:pt>
    <dgm:pt modelId="{3E7AB391-0863-4D74-AFC9-3790A473C088}" type="sibTrans" cxnId="{9C443413-87DA-4869-812E-ACF4D061B208}">
      <dgm:prSet/>
      <dgm:spPr/>
      <dgm:t>
        <a:bodyPr/>
        <a:lstStyle/>
        <a:p>
          <a:endParaRPr lang="en-US"/>
        </a:p>
      </dgm:t>
    </dgm:pt>
    <dgm:pt modelId="{8309381F-5CCF-42CA-8380-1E36E8466D76}">
      <dgm:prSet/>
      <dgm:spPr/>
      <dgm:t>
        <a:bodyPr/>
        <a:lstStyle/>
        <a:p>
          <a:r>
            <a:rPr lang="en-US" b="1"/>
            <a:t>Provides Drug-Free Personalized Recommendations</a:t>
          </a:r>
          <a:br>
            <a:rPr lang="en-US"/>
          </a:br>
          <a:r>
            <a:rPr lang="en-US" b="0"/>
            <a:t>Suggests improvements in daily routines, physical activity, sleep, and stress management without interfering with medical treatment.</a:t>
          </a:r>
        </a:p>
      </dgm:t>
    </dgm:pt>
    <dgm:pt modelId="{CF6F368B-C566-4F2C-842E-9216B7182E01}" type="parTrans" cxnId="{9F4A8BE9-7B5C-4353-AA51-6699F7BFA975}">
      <dgm:prSet/>
      <dgm:spPr/>
      <dgm:t>
        <a:bodyPr/>
        <a:lstStyle/>
        <a:p>
          <a:endParaRPr lang="en-US"/>
        </a:p>
      </dgm:t>
    </dgm:pt>
    <dgm:pt modelId="{A64A7E08-3593-4359-A17B-1C221EEB2832}" type="sibTrans" cxnId="{9F4A8BE9-7B5C-4353-AA51-6699F7BFA975}">
      <dgm:prSet/>
      <dgm:spPr/>
      <dgm:t>
        <a:bodyPr/>
        <a:lstStyle/>
        <a:p>
          <a:endParaRPr lang="en-US"/>
        </a:p>
      </dgm:t>
    </dgm:pt>
    <dgm:pt modelId="{9D7B26D1-622D-4EB3-82E8-B9C616BD53A1}">
      <dgm:prSet/>
      <dgm:spPr/>
      <dgm:t>
        <a:bodyPr/>
        <a:lstStyle/>
        <a:p>
          <a:r>
            <a:rPr lang="en-US" b="1"/>
            <a:t>Supports Preventive Lifestyle Management</a:t>
          </a:r>
          <a:br>
            <a:rPr lang="en-US"/>
          </a:br>
          <a:r>
            <a:rPr lang="en-US"/>
            <a:t>En</a:t>
          </a:r>
          <a:r>
            <a:rPr lang="en-US" b="0"/>
            <a:t>courages healthy habits, self-awareness, and routine tracking to reduce long-term lifestyle-related risks.</a:t>
          </a:r>
        </a:p>
      </dgm:t>
    </dgm:pt>
    <dgm:pt modelId="{958D3463-5395-4111-9AC0-E09E7608A4DD}" type="parTrans" cxnId="{F4E3AEAB-B997-4FC8-95B0-8876CBF730C4}">
      <dgm:prSet/>
      <dgm:spPr/>
      <dgm:t>
        <a:bodyPr/>
        <a:lstStyle/>
        <a:p>
          <a:endParaRPr lang="en-US"/>
        </a:p>
      </dgm:t>
    </dgm:pt>
    <dgm:pt modelId="{4EED65B4-7ABC-4A13-8C41-96A470CCFD1D}" type="sibTrans" cxnId="{F4E3AEAB-B997-4FC8-95B0-8876CBF730C4}">
      <dgm:prSet/>
      <dgm:spPr/>
      <dgm:t>
        <a:bodyPr/>
        <a:lstStyle/>
        <a:p>
          <a:endParaRPr lang="en-US"/>
        </a:p>
      </dgm:t>
    </dgm:pt>
    <dgm:pt modelId="{938E07AD-C3CA-44B8-9540-4A037CE5C8B1}" type="pres">
      <dgm:prSet presAssocID="{E3603A00-C6FC-4BE6-9141-6CA0B1134333}" presName="linear" presStyleCnt="0">
        <dgm:presLayoutVars>
          <dgm:animLvl val="lvl"/>
          <dgm:resizeHandles val="exact"/>
        </dgm:presLayoutVars>
      </dgm:prSet>
      <dgm:spPr/>
    </dgm:pt>
    <dgm:pt modelId="{382FF57A-1F1E-42A2-BC4D-97B4AE340B12}" type="pres">
      <dgm:prSet presAssocID="{D2E0810A-DAA8-4544-8A44-E0356BCEF1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18D401-A88B-472A-93D7-E0C2FF44EF0B}" type="pres">
      <dgm:prSet presAssocID="{6B1302CE-7055-4430-B945-679F261D629E}" presName="spacer" presStyleCnt="0"/>
      <dgm:spPr/>
    </dgm:pt>
    <dgm:pt modelId="{50EE4E8B-C8F4-44CA-8829-6D260ECB7AFF}" type="pres">
      <dgm:prSet presAssocID="{E0E85CCA-AE7C-41CF-B676-AE8FD241C3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392E90-B169-40FC-90CB-27A3C32903B9}" type="pres">
      <dgm:prSet presAssocID="{3E7AB391-0863-4D74-AFC9-3790A473C088}" presName="spacer" presStyleCnt="0"/>
      <dgm:spPr/>
    </dgm:pt>
    <dgm:pt modelId="{DC877E82-0A70-404E-B784-7330676B6189}" type="pres">
      <dgm:prSet presAssocID="{8309381F-5CCF-42CA-8380-1E36E8466D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28FE97-D20B-482B-B44F-14BC9B9E1375}" type="pres">
      <dgm:prSet presAssocID="{A64A7E08-3593-4359-A17B-1C221EEB2832}" presName="spacer" presStyleCnt="0"/>
      <dgm:spPr/>
    </dgm:pt>
    <dgm:pt modelId="{7F83F323-4B79-421C-953D-6D8C5DA67CCD}" type="pres">
      <dgm:prSet presAssocID="{9D7B26D1-622D-4EB3-82E8-B9C616BD53A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C443413-87DA-4869-812E-ACF4D061B208}" srcId="{E3603A00-C6FC-4BE6-9141-6CA0B1134333}" destId="{E0E85CCA-AE7C-41CF-B676-AE8FD241C3A3}" srcOrd="1" destOrd="0" parTransId="{CCAAF67C-13E3-43D3-B6F6-BC9B696EC6AA}" sibTransId="{3E7AB391-0863-4D74-AFC9-3790A473C088}"/>
    <dgm:cxn modelId="{378F4C2A-F502-46F7-99DA-56C3390A626A}" srcId="{E3603A00-C6FC-4BE6-9141-6CA0B1134333}" destId="{D2E0810A-DAA8-4544-8A44-E0356BCEF188}" srcOrd="0" destOrd="0" parTransId="{5CD66EFD-DF4E-44A8-A918-76E07BEF87A3}" sibTransId="{6B1302CE-7055-4430-B945-679F261D629E}"/>
    <dgm:cxn modelId="{31CCDC4D-611B-4A45-AB32-2F7729AE1B9D}" type="presOf" srcId="{8309381F-5CCF-42CA-8380-1E36E8466D76}" destId="{DC877E82-0A70-404E-B784-7330676B6189}" srcOrd="0" destOrd="0" presId="urn:microsoft.com/office/officeart/2005/8/layout/vList2"/>
    <dgm:cxn modelId="{27A8FA51-A31A-4BC3-B1D8-F534E7E77762}" type="presOf" srcId="{E3603A00-C6FC-4BE6-9141-6CA0B1134333}" destId="{938E07AD-C3CA-44B8-9540-4A037CE5C8B1}" srcOrd="0" destOrd="0" presId="urn:microsoft.com/office/officeart/2005/8/layout/vList2"/>
    <dgm:cxn modelId="{73135985-3924-4496-91D2-41EA122DF237}" type="presOf" srcId="{9D7B26D1-622D-4EB3-82E8-B9C616BD53A1}" destId="{7F83F323-4B79-421C-953D-6D8C5DA67CCD}" srcOrd="0" destOrd="0" presId="urn:microsoft.com/office/officeart/2005/8/layout/vList2"/>
    <dgm:cxn modelId="{5E8C488C-93C4-4A4B-97CE-4D89F3D2765A}" type="presOf" srcId="{D2E0810A-DAA8-4544-8A44-E0356BCEF188}" destId="{382FF57A-1F1E-42A2-BC4D-97B4AE340B12}" srcOrd="0" destOrd="0" presId="urn:microsoft.com/office/officeart/2005/8/layout/vList2"/>
    <dgm:cxn modelId="{F4E3AEAB-B997-4FC8-95B0-8876CBF730C4}" srcId="{E3603A00-C6FC-4BE6-9141-6CA0B1134333}" destId="{9D7B26D1-622D-4EB3-82E8-B9C616BD53A1}" srcOrd="3" destOrd="0" parTransId="{958D3463-5395-4111-9AC0-E09E7608A4DD}" sibTransId="{4EED65B4-7ABC-4A13-8C41-96A470CCFD1D}"/>
    <dgm:cxn modelId="{82427DCE-905B-4273-A64B-57C403B53E4C}" type="presOf" srcId="{E0E85CCA-AE7C-41CF-B676-AE8FD241C3A3}" destId="{50EE4E8B-C8F4-44CA-8829-6D260ECB7AFF}" srcOrd="0" destOrd="0" presId="urn:microsoft.com/office/officeart/2005/8/layout/vList2"/>
    <dgm:cxn modelId="{9F4A8BE9-7B5C-4353-AA51-6699F7BFA975}" srcId="{E3603A00-C6FC-4BE6-9141-6CA0B1134333}" destId="{8309381F-5CCF-42CA-8380-1E36E8466D76}" srcOrd="2" destOrd="0" parTransId="{CF6F368B-C566-4F2C-842E-9216B7182E01}" sibTransId="{A64A7E08-3593-4359-A17B-1C221EEB2832}"/>
    <dgm:cxn modelId="{EB363572-67BC-40B9-B620-6A5C7D058368}" type="presParOf" srcId="{938E07AD-C3CA-44B8-9540-4A037CE5C8B1}" destId="{382FF57A-1F1E-42A2-BC4D-97B4AE340B12}" srcOrd="0" destOrd="0" presId="urn:microsoft.com/office/officeart/2005/8/layout/vList2"/>
    <dgm:cxn modelId="{5B75C692-2C45-4F03-999C-A25CC82EBB4B}" type="presParOf" srcId="{938E07AD-C3CA-44B8-9540-4A037CE5C8B1}" destId="{0918D401-A88B-472A-93D7-E0C2FF44EF0B}" srcOrd="1" destOrd="0" presId="urn:microsoft.com/office/officeart/2005/8/layout/vList2"/>
    <dgm:cxn modelId="{53A53F6F-B953-43F8-B5E7-BE1188BBFC1D}" type="presParOf" srcId="{938E07AD-C3CA-44B8-9540-4A037CE5C8B1}" destId="{50EE4E8B-C8F4-44CA-8829-6D260ECB7AFF}" srcOrd="2" destOrd="0" presId="urn:microsoft.com/office/officeart/2005/8/layout/vList2"/>
    <dgm:cxn modelId="{A41634C8-B5D5-412B-A1DB-F0C7486F6664}" type="presParOf" srcId="{938E07AD-C3CA-44B8-9540-4A037CE5C8B1}" destId="{C5392E90-B169-40FC-90CB-27A3C32903B9}" srcOrd="3" destOrd="0" presId="urn:microsoft.com/office/officeart/2005/8/layout/vList2"/>
    <dgm:cxn modelId="{CC87D64C-C57B-4B0D-8E05-4528CED33B58}" type="presParOf" srcId="{938E07AD-C3CA-44B8-9540-4A037CE5C8B1}" destId="{DC877E82-0A70-404E-B784-7330676B6189}" srcOrd="4" destOrd="0" presId="urn:microsoft.com/office/officeart/2005/8/layout/vList2"/>
    <dgm:cxn modelId="{DC793507-20E3-4CE8-ACBF-E639995790B0}" type="presParOf" srcId="{938E07AD-C3CA-44B8-9540-4A037CE5C8B1}" destId="{C428FE97-D20B-482B-B44F-14BC9B9E1375}" srcOrd="5" destOrd="0" presId="urn:microsoft.com/office/officeart/2005/8/layout/vList2"/>
    <dgm:cxn modelId="{701844DC-162C-4DA1-B6DB-9F3F9DCD81EA}" type="presParOf" srcId="{938E07AD-C3CA-44B8-9540-4A037CE5C8B1}" destId="{7F83F323-4B79-421C-953D-6D8C5DA67C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D11F1B5-8675-4241-B812-360B3CE9C58B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3A115D-7A2D-47DF-96C2-06E4DE705A47}">
      <dgm:prSet/>
      <dgm:spPr/>
      <dgm:t>
        <a:bodyPr/>
        <a:lstStyle/>
        <a:p>
          <a:r>
            <a:rPr lang="en-US" b="1"/>
            <a:t>Target Users</a:t>
          </a:r>
          <a:endParaRPr lang="en-US"/>
        </a:p>
      </dgm:t>
    </dgm:pt>
    <dgm:pt modelId="{8DD3D2B0-C533-4ECB-9455-5DE477451491}" type="parTrans" cxnId="{207B8485-D030-457F-8BE8-6225AAD442DD}">
      <dgm:prSet/>
      <dgm:spPr/>
      <dgm:t>
        <a:bodyPr/>
        <a:lstStyle/>
        <a:p>
          <a:endParaRPr lang="en-US"/>
        </a:p>
      </dgm:t>
    </dgm:pt>
    <dgm:pt modelId="{6D2DA5D8-18C3-4969-850E-8A9A5C9E9C4C}" type="sibTrans" cxnId="{207B8485-D030-457F-8BE8-6225AAD442DD}">
      <dgm:prSet/>
      <dgm:spPr/>
      <dgm:t>
        <a:bodyPr/>
        <a:lstStyle/>
        <a:p>
          <a:endParaRPr lang="en-US"/>
        </a:p>
      </dgm:t>
    </dgm:pt>
    <dgm:pt modelId="{E84E9DC8-6C2A-42D4-8D73-4F49286010D6}">
      <dgm:prSet/>
      <dgm:spPr/>
      <dgm:t>
        <a:bodyPr/>
        <a:lstStyle/>
        <a:p>
          <a:r>
            <a:rPr lang="en-US"/>
            <a:t>Geriatric patients</a:t>
          </a:r>
        </a:p>
      </dgm:t>
    </dgm:pt>
    <dgm:pt modelId="{ED964A95-8874-470C-941A-585647DD6185}" type="parTrans" cxnId="{264B1B75-3F4D-4F82-B485-A31CA083D0FF}">
      <dgm:prSet/>
      <dgm:spPr/>
      <dgm:t>
        <a:bodyPr/>
        <a:lstStyle/>
        <a:p>
          <a:endParaRPr lang="en-US"/>
        </a:p>
      </dgm:t>
    </dgm:pt>
    <dgm:pt modelId="{15BB5156-DE82-4B36-8AD4-A5DBB28FC044}" type="sibTrans" cxnId="{264B1B75-3F4D-4F82-B485-A31CA083D0FF}">
      <dgm:prSet/>
      <dgm:spPr/>
      <dgm:t>
        <a:bodyPr/>
        <a:lstStyle/>
        <a:p>
          <a:endParaRPr lang="en-US"/>
        </a:p>
      </dgm:t>
    </dgm:pt>
    <dgm:pt modelId="{B303A277-B8FF-4D47-8F73-F47573C72B6C}">
      <dgm:prSet/>
      <dgm:spPr/>
      <dgm:t>
        <a:bodyPr/>
        <a:lstStyle/>
        <a:p>
          <a:r>
            <a:rPr lang="en-US"/>
            <a:t>Caregivers</a:t>
          </a:r>
        </a:p>
      </dgm:t>
    </dgm:pt>
    <dgm:pt modelId="{199302FE-B1C1-48D4-B0F4-5206D01E4F34}" type="parTrans" cxnId="{9FA9A0D4-9D54-43EC-A07E-903F008D0439}">
      <dgm:prSet/>
      <dgm:spPr/>
      <dgm:t>
        <a:bodyPr/>
        <a:lstStyle/>
        <a:p>
          <a:endParaRPr lang="en-US"/>
        </a:p>
      </dgm:t>
    </dgm:pt>
    <dgm:pt modelId="{27229BB2-2C0B-4A0D-AD73-047B5B9B01E3}" type="sibTrans" cxnId="{9FA9A0D4-9D54-43EC-A07E-903F008D0439}">
      <dgm:prSet/>
      <dgm:spPr/>
      <dgm:t>
        <a:bodyPr/>
        <a:lstStyle/>
        <a:p>
          <a:endParaRPr lang="en-US"/>
        </a:p>
      </dgm:t>
    </dgm:pt>
    <dgm:pt modelId="{C1D2670B-10D6-4758-BB9C-AD91AEF123E4}" type="pres">
      <dgm:prSet presAssocID="{7D11F1B5-8675-4241-B812-360B3CE9C58B}" presName="linear" presStyleCnt="0">
        <dgm:presLayoutVars>
          <dgm:dir/>
          <dgm:animLvl val="lvl"/>
          <dgm:resizeHandles val="exact"/>
        </dgm:presLayoutVars>
      </dgm:prSet>
      <dgm:spPr/>
    </dgm:pt>
    <dgm:pt modelId="{A8FA0850-A070-4731-9129-5205DFEF8E28}" type="pres">
      <dgm:prSet presAssocID="{A33A115D-7A2D-47DF-96C2-06E4DE705A47}" presName="parentLin" presStyleCnt="0"/>
      <dgm:spPr/>
    </dgm:pt>
    <dgm:pt modelId="{E140CAFC-3CF1-457B-92B5-C1EF972B41DE}" type="pres">
      <dgm:prSet presAssocID="{A33A115D-7A2D-47DF-96C2-06E4DE705A47}" presName="parentLeftMargin" presStyleLbl="node1" presStyleIdx="0" presStyleCnt="3"/>
      <dgm:spPr/>
    </dgm:pt>
    <dgm:pt modelId="{38ADA09F-4488-40E8-8C7F-6540EBE3EF96}" type="pres">
      <dgm:prSet presAssocID="{A33A115D-7A2D-47DF-96C2-06E4DE705A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4F1FAC-5C01-40D1-9CEA-591B153A04B9}" type="pres">
      <dgm:prSet presAssocID="{A33A115D-7A2D-47DF-96C2-06E4DE705A47}" presName="negativeSpace" presStyleCnt="0"/>
      <dgm:spPr/>
    </dgm:pt>
    <dgm:pt modelId="{56DC8423-4CBF-46A2-BF55-3CDB25704ABD}" type="pres">
      <dgm:prSet presAssocID="{A33A115D-7A2D-47DF-96C2-06E4DE705A47}" presName="childText" presStyleLbl="conFgAcc1" presStyleIdx="0" presStyleCnt="3">
        <dgm:presLayoutVars>
          <dgm:bulletEnabled val="1"/>
        </dgm:presLayoutVars>
      </dgm:prSet>
      <dgm:spPr/>
    </dgm:pt>
    <dgm:pt modelId="{04B5276F-68AC-490D-9A51-313A71CFFF97}" type="pres">
      <dgm:prSet presAssocID="{6D2DA5D8-18C3-4969-850E-8A9A5C9E9C4C}" presName="spaceBetweenRectangles" presStyleCnt="0"/>
      <dgm:spPr/>
    </dgm:pt>
    <dgm:pt modelId="{ED0A5B89-2041-4160-B7E4-DFBEF904E4A8}" type="pres">
      <dgm:prSet presAssocID="{E84E9DC8-6C2A-42D4-8D73-4F49286010D6}" presName="parentLin" presStyleCnt="0"/>
      <dgm:spPr/>
    </dgm:pt>
    <dgm:pt modelId="{7ACC46B3-B06A-42C8-8B98-ECC23D687F66}" type="pres">
      <dgm:prSet presAssocID="{E84E9DC8-6C2A-42D4-8D73-4F49286010D6}" presName="parentLeftMargin" presStyleLbl="node1" presStyleIdx="0" presStyleCnt="3"/>
      <dgm:spPr/>
    </dgm:pt>
    <dgm:pt modelId="{47D4737D-BE41-48E2-8A87-8421F71E2087}" type="pres">
      <dgm:prSet presAssocID="{E84E9DC8-6C2A-42D4-8D73-4F49286010D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2938E07-FDCF-4AFC-9DEE-87A07A383413}" type="pres">
      <dgm:prSet presAssocID="{E84E9DC8-6C2A-42D4-8D73-4F49286010D6}" presName="negativeSpace" presStyleCnt="0"/>
      <dgm:spPr/>
    </dgm:pt>
    <dgm:pt modelId="{A0DD4035-4D29-439F-A79A-208DF1538169}" type="pres">
      <dgm:prSet presAssocID="{E84E9DC8-6C2A-42D4-8D73-4F49286010D6}" presName="childText" presStyleLbl="conFgAcc1" presStyleIdx="1" presStyleCnt="3">
        <dgm:presLayoutVars>
          <dgm:bulletEnabled val="1"/>
        </dgm:presLayoutVars>
      </dgm:prSet>
      <dgm:spPr/>
    </dgm:pt>
    <dgm:pt modelId="{CC1B833F-8DCA-44C4-98D7-BA4366B9451B}" type="pres">
      <dgm:prSet presAssocID="{15BB5156-DE82-4B36-8AD4-A5DBB28FC044}" presName="spaceBetweenRectangles" presStyleCnt="0"/>
      <dgm:spPr/>
    </dgm:pt>
    <dgm:pt modelId="{4A4742D9-D8F0-445E-8E3B-B3E62F978B74}" type="pres">
      <dgm:prSet presAssocID="{B303A277-B8FF-4D47-8F73-F47573C72B6C}" presName="parentLin" presStyleCnt="0"/>
      <dgm:spPr/>
    </dgm:pt>
    <dgm:pt modelId="{EAA48123-08E4-4B42-BE88-4054386FBD6C}" type="pres">
      <dgm:prSet presAssocID="{B303A277-B8FF-4D47-8F73-F47573C72B6C}" presName="parentLeftMargin" presStyleLbl="node1" presStyleIdx="1" presStyleCnt="3"/>
      <dgm:spPr/>
    </dgm:pt>
    <dgm:pt modelId="{010830D7-3EA1-44A0-94D7-5B79CC1FFD2A}" type="pres">
      <dgm:prSet presAssocID="{B303A277-B8FF-4D47-8F73-F47573C72B6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BE031B1-9D8B-4D01-8DD4-D072A4537A9B}" type="pres">
      <dgm:prSet presAssocID="{B303A277-B8FF-4D47-8F73-F47573C72B6C}" presName="negativeSpace" presStyleCnt="0"/>
      <dgm:spPr/>
    </dgm:pt>
    <dgm:pt modelId="{30E47CAE-67F3-4361-8F15-3E33C7707227}" type="pres">
      <dgm:prSet presAssocID="{B303A277-B8FF-4D47-8F73-F47573C72B6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63EC51A-4A4F-479C-AB55-2E1A99038F25}" type="presOf" srcId="{B303A277-B8FF-4D47-8F73-F47573C72B6C}" destId="{EAA48123-08E4-4B42-BE88-4054386FBD6C}" srcOrd="0" destOrd="0" presId="urn:microsoft.com/office/officeart/2005/8/layout/list1"/>
    <dgm:cxn modelId="{CD372F46-37B4-4CE4-9990-0B20E68F9ADD}" type="presOf" srcId="{7D11F1B5-8675-4241-B812-360B3CE9C58B}" destId="{C1D2670B-10D6-4758-BB9C-AD91AEF123E4}" srcOrd="0" destOrd="0" presId="urn:microsoft.com/office/officeart/2005/8/layout/list1"/>
    <dgm:cxn modelId="{264B1B75-3F4D-4F82-B485-A31CA083D0FF}" srcId="{7D11F1B5-8675-4241-B812-360B3CE9C58B}" destId="{E84E9DC8-6C2A-42D4-8D73-4F49286010D6}" srcOrd="1" destOrd="0" parTransId="{ED964A95-8874-470C-941A-585647DD6185}" sibTransId="{15BB5156-DE82-4B36-8AD4-A5DBB28FC044}"/>
    <dgm:cxn modelId="{207B8485-D030-457F-8BE8-6225AAD442DD}" srcId="{7D11F1B5-8675-4241-B812-360B3CE9C58B}" destId="{A33A115D-7A2D-47DF-96C2-06E4DE705A47}" srcOrd="0" destOrd="0" parTransId="{8DD3D2B0-C533-4ECB-9455-5DE477451491}" sibTransId="{6D2DA5D8-18C3-4969-850E-8A9A5C9E9C4C}"/>
    <dgm:cxn modelId="{C3773C97-FBFF-464C-BED9-B040929C225C}" type="presOf" srcId="{E84E9DC8-6C2A-42D4-8D73-4F49286010D6}" destId="{47D4737D-BE41-48E2-8A87-8421F71E2087}" srcOrd="1" destOrd="0" presId="urn:microsoft.com/office/officeart/2005/8/layout/list1"/>
    <dgm:cxn modelId="{592457A7-C3FC-4C02-8695-7F681B10BA62}" type="presOf" srcId="{A33A115D-7A2D-47DF-96C2-06E4DE705A47}" destId="{38ADA09F-4488-40E8-8C7F-6540EBE3EF96}" srcOrd="1" destOrd="0" presId="urn:microsoft.com/office/officeart/2005/8/layout/list1"/>
    <dgm:cxn modelId="{50B7A5BE-4C95-4B9B-93E8-8A94E70ED9BF}" type="presOf" srcId="{A33A115D-7A2D-47DF-96C2-06E4DE705A47}" destId="{E140CAFC-3CF1-457B-92B5-C1EF972B41DE}" srcOrd="0" destOrd="0" presId="urn:microsoft.com/office/officeart/2005/8/layout/list1"/>
    <dgm:cxn modelId="{9FA9A0D4-9D54-43EC-A07E-903F008D0439}" srcId="{7D11F1B5-8675-4241-B812-360B3CE9C58B}" destId="{B303A277-B8FF-4D47-8F73-F47573C72B6C}" srcOrd="2" destOrd="0" parTransId="{199302FE-B1C1-48D4-B0F4-5206D01E4F34}" sibTransId="{27229BB2-2C0B-4A0D-AD73-047B5B9B01E3}"/>
    <dgm:cxn modelId="{DB67B3E2-7306-4B48-B6B5-5D355D91A0C3}" type="presOf" srcId="{E84E9DC8-6C2A-42D4-8D73-4F49286010D6}" destId="{7ACC46B3-B06A-42C8-8B98-ECC23D687F66}" srcOrd="0" destOrd="0" presId="urn:microsoft.com/office/officeart/2005/8/layout/list1"/>
    <dgm:cxn modelId="{BE60F2F7-D932-4534-930C-E45EB7B33DC9}" type="presOf" srcId="{B303A277-B8FF-4D47-8F73-F47573C72B6C}" destId="{010830D7-3EA1-44A0-94D7-5B79CC1FFD2A}" srcOrd="1" destOrd="0" presId="urn:microsoft.com/office/officeart/2005/8/layout/list1"/>
    <dgm:cxn modelId="{E0C88806-7E5B-4343-AD21-37B1D6D952CB}" type="presParOf" srcId="{C1D2670B-10D6-4758-BB9C-AD91AEF123E4}" destId="{A8FA0850-A070-4731-9129-5205DFEF8E28}" srcOrd="0" destOrd="0" presId="urn:microsoft.com/office/officeart/2005/8/layout/list1"/>
    <dgm:cxn modelId="{5B038FFE-DCF7-4A97-BEB8-E90233C3AAAF}" type="presParOf" srcId="{A8FA0850-A070-4731-9129-5205DFEF8E28}" destId="{E140CAFC-3CF1-457B-92B5-C1EF972B41DE}" srcOrd="0" destOrd="0" presId="urn:microsoft.com/office/officeart/2005/8/layout/list1"/>
    <dgm:cxn modelId="{5414161C-34D2-4653-9F15-1188EB59A3E8}" type="presParOf" srcId="{A8FA0850-A070-4731-9129-5205DFEF8E28}" destId="{38ADA09F-4488-40E8-8C7F-6540EBE3EF96}" srcOrd="1" destOrd="0" presId="urn:microsoft.com/office/officeart/2005/8/layout/list1"/>
    <dgm:cxn modelId="{BA5F18CF-0867-47DB-81B4-E9A61C8C59BB}" type="presParOf" srcId="{C1D2670B-10D6-4758-BB9C-AD91AEF123E4}" destId="{894F1FAC-5C01-40D1-9CEA-591B153A04B9}" srcOrd="1" destOrd="0" presId="urn:microsoft.com/office/officeart/2005/8/layout/list1"/>
    <dgm:cxn modelId="{C42A6C14-EF87-4739-BD14-07EE35AC7721}" type="presParOf" srcId="{C1D2670B-10D6-4758-BB9C-AD91AEF123E4}" destId="{56DC8423-4CBF-46A2-BF55-3CDB25704ABD}" srcOrd="2" destOrd="0" presId="urn:microsoft.com/office/officeart/2005/8/layout/list1"/>
    <dgm:cxn modelId="{F6471AB2-5DC7-4C64-9D67-793F56311945}" type="presParOf" srcId="{C1D2670B-10D6-4758-BB9C-AD91AEF123E4}" destId="{04B5276F-68AC-490D-9A51-313A71CFFF97}" srcOrd="3" destOrd="0" presId="urn:microsoft.com/office/officeart/2005/8/layout/list1"/>
    <dgm:cxn modelId="{6E0A481B-CBAB-475E-B5A0-C4E406F09D01}" type="presParOf" srcId="{C1D2670B-10D6-4758-BB9C-AD91AEF123E4}" destId="{ED0A5B89-2041-4160-B7E4-DFBEF904E4A8}" srcOrd="4" destOrd="0" presId="urn:microsoft.com/office/officeart/2005/8/layout/list1"/>
    <dgm:cxn modelId="{03756608-C492-42FC-A6EC-91B77D0A59FF}" type="presParOf" srcId="{ED0A5B89-2041-4160-B7E4-DFBEF904E4A8}" destId="{7ACC46B3-B06A-42C8-8B98-ECC23D687F66}" srcOrd="0" destOrd="0" presId="urn:microsoft.com/office/officeart/2005/8/layout/list1"/>
    <dgm:cxn modelId="{96FF4D29-DAB8-4BE2-AE63-DD0F858F55E3}" type="presParOf" srcId="{ED0A5B89-2041-4160-B7E4-DFBEF904E4A8}" destId="{47D4737D-BE41-48E2-8A87-8421F71E2087}" srcOrd="1" destOrd="0" presId="urn:microsoft.com/office/officeart/2005/8/layout/list1"/>
    <dgm:cxn modelId="{A083AAE7-07EB-4363-8FC0-3196CB4B0842}" type="presParOf" srcId="{C1D2670B-10D6-4758-BB9C-AD91AEF123E4}" destId="{42938E07-FDCF-4AFC-9DEE-87A07A383413}" srcOrd="5" destOrd="0" presId="urn:microsoft.com/office/officeart/2005/8/layout/list1"/>
    <dgm:cxn modelId="{2D9B7C16-C8DB-4925-89F8-D31C05EFFABA}" type="presParOf" srcId="{C1D2670B-10D6-4758-BB9C-AD91AEF123E4}" destId="{A0DD4035-4D29-439F-A79A-208DF1538169}" srcOrd="6" destOrd="0" presId="urn:microsoft.com/office/officeart/2005/8/layout/list1"/>
    <dgm:cxn modelId="{EEED8725-9519-4A50-BD0D-AEFFD03AEA12}" type="presParOf" srcId="{C1D2670B-10D6-4758-BB9C-AD91AEF123E4}" destId="{CC1B833F-8DCA-44C4-98D7-BA4366B9451B}" srcOrd="7" destOrd="0" presId="urn:microsoft.com/office/officeart/2005/8/layout/list1"/>
    <dgm:cxn modelId="{EFEDF9BB-5F52-47AD-9DA4-A08921DA6DAC}" type="presParOf" srcId="{C1D2670B-10D6-4758-BB9C-AD91AEF123E4}" destId="{4A4742D9-D8F0-445E-8E3B-B3E62F978B74}" srcOrd="8" destOrd="0" presId="urn:microsoft.com/office/officeart/2005/8/layout/list1"/>
    <dgm:cxn modelId="{30B1EE8B-5890-4FA0-A7DF-D3A50D0A2BF0}" type="presParOf" srcId="{4A4742D9-D8F0-445E-8E3B-B3E62F978B74}" destId="{EAA48123-08E4-4B42-BE88-4054386FBD6C}" srcOrd="0" destOrd="0" presId="urn:microsoft.com/office/officeart/2005/8/layout/list1"/>
    <dgm:cxn modelId="{DBD120B5-9E19-464C-AFC7-92B10171CF19}" type="presParOf" srcId="{4A4742D9-D8F0-445E-8E3B-B3E62F978B74}" destId="{010830D7-3EA1-44A0-94D7-5B79CC1FFD2A}" srcOrd="1" destOrd="0" presId="urn:microsoft.com/office/officeart/2005/8/layout/list1"/>
    <dgm:cxn modelId="{9ACBA04F-0E47-4C80-BEF5-5D4D4E4B880B}" type="presParOf" srcId="{C1D2670B-10D6-4758-BB9C-AD91AEF123E4}" destId="{0BE031B1-9D8B-4D01-8DD4-D072A4537A9B}" srcOrd="9" destOrd="0" presId="urn:microsoft.com/office/officeart/2005/8/layout/list1"/>
    <dgm:cxn modelId="{96BEAE97-3EA8-4030-A6D3-1B83FA792B62}" type="presParOf" srcId="{C1D2670B-10D6-4758-BB9C-AD91AEF123E4}" destId="{30E47CAE-67F3-4361-8F15-3E33C770722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206D0-91F5-460A-BCA3-1C9DDA82D1D2}">
      <dsp:nvSpPr>
        <dsp:cNvPr id="0" name=""/>
        <dsp:cNvSpPr/>
      </dsp:nvSpPr>
      <dsp:spPr>
        <a:xfrm>
          <a:off x="0" y="0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1BA52779-0676-497B-98A1-A6AD6BFF96EF}">
      <dsp:nvSpPr>
        <dsp:cNvPr id="0" name=""/>
        <dsp:cNvSpPr/>
      </dsp:nvSpPr>
      <dsp:spPr>
        <a:xfrm>
          <a:off x="198288" y="148267"/>
          <a:ext cx="360524" cy="360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C40D6D-CB2E-47F9-8C4E-5768157E5384}">
      <dsp:nvSpPr>
        <dsp:cNvPr id="0" name=""/>
        <dsp:cNvSpPr/>
      </dsp:nvSpPr>
      <dsp:spPr>
        <a:xfrm>
          <a:off x="757100" y="780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Elderly patients often take </a:t>
          </a:r>
          <a:r>
            <a:rPr lang="en-US" sz="1600" b="1" i="0" kern="1200" baseline="0"/>
            <a:t>multiple medicines at the same time (polypharmacy)</a:t>
          </a:r>
          <a:endParaRPr lang="en-US" sz="1600" kern="1200"/>
        </a:p>
      </dsp:txBody>
      <dsp:txXfrm>
        <a:off x="757100" y="780"/>
        <a:ext cx="6365199" cy="655498"/>
      </dsp:txXfrm>
    </dsp:sp>
    <dsp:sp modelId="{A6AC322E-9742-4CB5-96DD-618BC91BCCC8}">
      <dsp:nvSpPr>
        <dsp:cNvPr id="0" name=""/>
        <dsp:cNvSpPr/>
      </dsp:nvSpPr>
      <dsp:spPr>
        <a:xfrm>
          <a:off x="0" y="820153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060490A-5E70-43EC-9FDC-4354198F8CBB}">
      <dsp:nvSpPr>
        <dsp:cNvPr id="0" name=""/>
        <dsp:cNvSpPr/>
      </dsp:nvSpPr>
      <dsp:spPr>
        <a:xfrm>
          <a:off x="198288" y="967640"/>
          <a:ext cx="360524" cy="360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A972E3-F485-4C34-8982-DE094853E111}">
      <dsp:nvSpPr>
        <dsp:cNvPr id="0" name=""/>
        <dsp:cNvSpPr/>
      </dsp:nvSpPr>
      <dsp:spPr>
        <a:xfrm>
          <a:off x="757100" y="820153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Increases risk of </a:t>
          </a:r>
          <a:r>
            <a:rPr lang="en-US" sz="1600" b="1" i="0" kern="1200" baseline="0"/>
            <a:t>drug–drug interactions</a:t>
          </a:r>
          <a:endParaRPr lang="en-US" sz="1600" kern="1200"/>
        </a:p>
      </dsp:txBody>
      <dsp:txXfrm>
        <a:off x="757100" y="820153"/>
        <a:ext cx="6365199" cy="655498"/>
      </dsp:txXfrm>
    </dsp:sp>
    <dsp:sp modelId="{66E269EF-80CD-4075-B1D2-42C4DA127DE8}">
      <dsp:nvSpPr>
        <dsp:cNvPr id="0" name=""/>
        <dsp:cNvSpPr/>
      </dsp:nvSpPr>
      <dsp:spPr>
        <a:xfrm>
          <a:off x="0" y="1639526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420F73A1-2490-4AB0-B728-A9966EACD75E}">
      <dsp:nvSpPr>
        <dsp:cNvPr id="0" name=""/>
        <dsp:cNvSpPr/>
      </dsp:nvSpPr>
      <dsp:spPr>
        <a:xfrm>
          <a:off x="198288" y="1787014"/>
          <a:ext cx="360524" cy="360524"/>
        </a:xfrm>
        <a:prstGeom prst="rect">
          <a:avLst/>
        </a:prstGeom>
        <a:gradFill rotWithShape="0">
          <a:gsLst>
            <a:gs pos="0">
              <a:schemeClr val="accent4">
                <a:hueOff val="1885696"/>
                <a:satOff val="-8343"/>
                <a:lumOff val="-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885696"/>
                <a:satOff val="-8343"/>
                <a:lumOff val="-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885696"/>
                <a:satOff val="-8343"/>
                <a:lumOff val="-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414FBC-3F2B-414E-9DC4-1503BF01970E}">
      <dsp:nvSpPr>
        <dsp:cNvPr id="0" name=""/>
        <dsp:cNvSpPr/>
      </dsp:nvSpPr>
      <dsp:spPr>
        <a:xfrm>
          <a:off x="757100" y="1639526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Leads to </a:t>
          </a:r>
          <a:r>
            <a:rPr lang="en-US" sz="1600" b="1" i="0" kern="1200" baseline="0"/>
            <a:t>incorrect or unsafe medicine combinations</a:t>
          </a:r>
          <a:endParaRPr lang="en-US" sz="1600" kern="1200"/>
        </a:p>
      </dsp:txBody>
      <dsp:txXfrm>
        <a:off x="757100" y="1639526"/>
        <a:ext cx="6365199" cy="655498"/>
      </dsp:txXfrm>
    </dsp:sp>
    <dsp:sp modelId="{5EDB2E90-5D24-49D7-A1BC-B4E74FE2AF54}">
      <dsp:nvSpPr>
        <dsp:cNvPr id="0" name=""/>
        <dsp:cNvSpPr/>
      </dsp:nvSpPr>
      <dsp:spPr>
        <a:xfrm>
          <a:off x="0" y="2458900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4923EE9D-B704-4C9C-8CC6-B585BF6227A2}">
      <dsp:nvSpPr>
        <dsp:cNvPr id="0" name=""/>
        <dsp:cNvSpPr/>
      </dsp:nvSpPr>
      <dsp:spPr>
        <a:xfrm>
          <a:off x="198288" y="2606387"/>
          <a:ext cx="360524" cy="360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1C7456-3182-46B3-81BC-F294842D9AB8}">
      <dsp:nvSpPr>
        <dsp:cNvPr id="0" name=""/>
        <dsp:cNvSpPr/>
      </dsp:nvSpPr>
      <dsp:spPr>
        <a:xfrm>
          <a:off x="757100" y="2458900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Long-term medicine use causes </a:t>
          </a:r>
          <a:r>
            <a:rPr lang="en-US" sz="1600" b="1" i="0" kern="1200" baseline="0"/>
            <a:t>hidden vitamin &amp; nutrient deficiencies</a:t>
          </a:r>
          <a:endParaRPr lang="en-US" sz="1600" kern="1200"/>
        </a:p>
      </dsp:txBody>
      <dsp:txXfrm>
        <a:off x="757100" y="2458900"/>
        <a:ext cx="6365199" cy="655498"/>
      </dsp:txXfrm>
    </dsp:sp>
    <dsp:sp modelId="{A145C44D-5574-4034-97FE-D3317392016E}">
      <dsp:nvSpPr>
        <dsp:cNvPr id="0" name=""/>
        <dsp:cNvSpPr/>
      </dsp:nvSpPr>
      <dsp:spPr>
        <a:xfrm>
          <a:off x="0" y="3278273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23C405F-40A0-4876-BB12-33C57347FF59}">
      <dsp:nvSpPr>
        <dsp:cNvPr id="0" name=""/>
        <dsp:cNvSpPr/>
      </dsp:nvSpPr>
      <dsp:spPr>
        <a:xfrm>
          <a:off x="198288" y="3425760"/>
          <a:ext cx="360524" cy="360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58C1E8-211C-402D-8939-23498368EC01}">
      <dsp:nvSpPr>
        <dsp:cNvPr id="0" name=""/>
        <dsp:cNvSpPr/>
      </dsp:nvSpPr>
      <dsp:spPr>
        <a:xfrm>
          <a:off x="757100" y="3278273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Patients and caregivers </a:t>
          </a:r>
          <a:r>
            <a:rPr lang="en-US" sz="1600" b="1" i="0" kern="1200" baseline="0"/>
            <a:t>lack tools</a:t>
          </a:r>
          <a:r>
            <a:rPr lang="en-US" sz="1600" b="0" i="0" kern="1200" baseline="0"/>
            <a:t> to understand medicine effects</a:t>
          </a:r>
          <a:endParaRPr lang="en-US" sz="1600" kern="1200"/>
        </a:p>
      </dsp:txBody>
      <dsp:txXfrm>
        <a:off x="757100" y="3278273"/>
        <a:ext cx="6365199" cy="655498"/>
      </dsp:txXfrm>
    </dsp:sp>
    <dsp:sp modelId="{AF8495F2-F28F-415D-9E83-DF9FC4012707}">
      <dsp:nvSpPr>
        <dsp:cNvPr id="0" name=""/>
        <dsp:cNvSpPr/>
      </dsp:nvSpPr>
      <dsp:spPr>
        <a:xfrm>
          <a:off x="0" y="4097646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076F41F8-D100-460F-AD3C-A3F9563D03A4}">
      <dsp:nvSpPr>
        <dsp:cNvPr id="0" name=""/>
        <dsp:cNvSpPr/>
      </dsp:nvSpPr>
      <dsp:spPr>
        <a:xfrm>
          <a:off x="198288" y="4245133"/>
          <a:ext cx="360524" cy="360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9CD9E5-2074-415C-9A87-D03E7CE78189}">
      <dsp:nvSpPr>
        <dsp:cNvPr id="0" name=""/>
        <dsp:cNvSpPr/>
      </dsp:nvSpPr>
      <dsp:spPr>
        <a:xfrm>
          <a:off x="757100" y="4097646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Doctor consultations are </a:t>
          </a:r>
          <a:r>
            <a:rPr lang="en-US" sz="1600" b="1" i="0" kern="1200" baseline="0"/>
            <a:t>time-limited</a:t>
          </a:r>
          <a:endParaRPr lang="en-US" sz="1600" kern="1200"/>
        </a:p>
      </dsp:txBody>
      <dsp:txXfrm>
        <a:off x="757100" y="4097646"/>
        <a:ext cx="6365199" cy="655498"/>
      </dsp:txXfrm>
    </dsp:sp>
    <dsp:sp modelId="{BCE5BC4A-CDC1-4D36-B34B-4FD4AF29F9AD}">
      <dsp:nvSpPr>
        <dsp:cNvPr id="0" name=""/>
        <dsp:cNvSpPr/>
      </dsp:nvSpPr>
      <dsp:spPr>
        <a:xfrm>
          <a:off x="0" y="4946517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072ABD84-573E-42F1-97CD-FA657165C57C}">
      <dsp:nvSpPr>
        <dsp:cNvPr id="0" name=""/>
        <dsp:cNvSpPr/>
      </dsp:nvSpPr>
      <dsp:spPr>
        <a:xfrm>
          <a:off x="198288" y="5064506"/>
          <a:ext cx="360524" cy="360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D3D597-34F2-4577-86E5-7A87303B9CAD}">
      <dsp:nvSpPr>
        <dsp:cNvPr id="0" name=""/>
        <dsp:cNvSpPr/>
      </dsp:nvSpPr>
      <dsp:spPr>
        <a:xfrm>
          <a:off x="757100" y="4917019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Manual checking is </a:t>
          </a:r>
          <a:r>
            <a:rPr lang="en-US" sz="1600" b="1" i="0" kern="1200" baseline="0"/>
            <a:t>slow and error-prone</a:t>
          </a:r>
          <a:endParaRPr lang="en-US" sz="1600" kern="1200"/>
        </a:p>
      </dsp:txBody>
      <dsp:txXfrm>
        <a:off x="757100" y="4917019"/>
        <a:ext cx="6365199" cy="655498"/>
      </dsp:txXfrm>
    </dsp:sp>
    <dsp:sp modelId="{F7153CBF-7F33-445A-83CA-3F40C6BDC6A6}">
      <dsp:nvSpPr>
        <dsp:cNvPr id="0" name=""/>
        <dsp:cNvSpPr/>
      </dsp:nvSpPr>
      <dsp:spPr>
        <a:xfrm>
          <a:off x="0" y="5725583"/>
          <a:ext cx="7122300" cy="655498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455C5A0-C2D8-4F34-A404-2CCF53CA7910}">
      <dsp:nvSpPr>
        <dsp:cNvPr id="0" name=""/>
        <dsp:cNvSpPr/>
      </dsp:nvSpPr>
      <dsp:spPr>
        <a:xfrm>
          <a:off x="198288" y="5883880"/>
          <a:ext cx="360524" cy="3605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4CF907-EDA1-466D-A39B-945E6173D265}">
      <dsp:nvSpPr>
        <dsp:cNvPr id="0" name=""/>
        <dsp:cNvSpPr/>
      </dsp:nvSpPr>
      <dsp:spPr>
        <a:xfrm>
          <a:off x="757100" y="5736393"/>
          <a:ext cx="6365199" cy="6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74" tIns="69374" rIns="69374" bIns="6937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Results in </a:t>
          </a:r>
          <a:r>
            <a:rPr lang="en-US" sz="1600" b="1" i="0" kern="1200" baseline="0"/>
            <a:t>preventable health risks</a:t>
          </a:r>
          <a:endParaRPr lang="en-US" sz="1600" kern="1200"/>
        </a:p>
      </dsp:txBody>
      <dsp:txXfrm>
        <a:off x="757100" y="5736393"/>
        <a:ext cx="6365199" cy="6554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BF113-A45A-45ED-88B8-B7ED337D6FBE}">
      <dsp:nvSpPr>
        <dsp:cNvPr id="0" name=""/>
        <dsp:cNvSpPr/>
      </dsp:nvSpPr>
      <dsp:spPr>
        <a:xfrm>
          <a:off x="128908" y="0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Who is affected</a:t>
          </a:r>
          <a:endParaRPr lang="en-US" sz="2000" kern="1200"/>
        </a:p>
      </dsp:txBody>
      <dsp:txXfrm>
        <a:off x="128908" y="0"/>
        <a:ext cx="2122655" cy="1273593"/>
      </dsp:txXfrm>
    </dsp:sp>
    <dsp:sp modelId="{8C394E8C-4E48-4A1D-9DB2-E1D813F41993}">
      <dsp:nvSpPr>
        <dsp:cNvPr id="0" name=""/>
        <dsp:cNvSpPr/>
      </dsp:nvSpPr>
      <dsp:spPr>
        <a:xfrm>
          <a:off x="488104" y="1285470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👴 Geriatric patients</a:t>
          </a:r>
        </a:p>
      </dsp:txBody>
      <dsp:txXfrm>
        <a:off x="488104" y="1285470"/>
        <a:ext cx="2122655" cy="1273593"/>
      </dsp:txXfrm>
    </dsp:sp>
    <dsp:sp modelId="{609A482F-3A74-4A8E-8217-0714FF0DF465}">
      <dsp:nvSpPr>
        <dsp:cNvPr id="0" name=""/>
        <dsp:cNvSpPr/>
      </dsp:nvSpPr>
      <dsp:spPr>
        <a:xfrm>
          <a:off x="0" y="5096927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👨‍👩‍👧 Caregivers &amp; family members</a:t>
          </a:r>
        </a:p>
      </dsp:txBody>
      <dsp:txXfrm>
        <a:off x="0" y="5096927"/>
        <a:ext cx="2122655" cy="1273593"/>
      </dsp:txXfrm>
    </dsp:sp>
    <dsp:sp modelId="{CF34223D-6767-4691-8855-584699A21C2C}">
      <dsp:nvSpPr>
        <dsp:cNvPr id="0" name=""/>
        <dsp:cNvSpPr/>
      </dsp:nvSpPr>
      <dsp:spPr>
        <a:xfrm>
          <a:off x="88493" y="2599700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👩‍⚕️ Doctors &amp; pharmacists</a:t>
          </a:r>
        </a:p>
      </dsp:txBody>
      <dsp:txXfrm>
        <a:off x="88493" y="2599700"/>
        <a:ext cx="2122655" cy="1273593"/>
      </dsp:txXfrm>
    </dsp:sp>
    <dsp:sp modelId="{2AA159C7-7121-4990-9328-1E74DACBCD87}">
      <dsp:nvSpPr>
        <dsp:cNvPr id="0" name=""/>
        <dsp:cNvSpPr/>
      </dsp:nvSpPr>
      <dsp:spPr>
        <a:xfrm>
          <a:off x="838172" y="3826119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🏥 Hospitals &amp; healthcare institutions</a:t>
          </a:r>
        </a:p>
      </dsp:txBody>
      <dsp:txXfrm>
        <a:off x="838172" y="3826119"/>
        <a:ext cx="2122655" cy="1273593"/>
      </dsp:txXfrm>
    </dsp:sp>
    <dsp:sp modelId="{E9D45784-0F14-4C7D-9310-7BCE1BF1F18F}">
      <dsp:nvSpPr>
        <dsp:cNvPr id="0" name=""/>
        <dsp:cNvSpPr/>
      </dsp:nvSpPr>
      <dsp:spPr>
        <a:xfrm>
          <a:off x="4669841" y="0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Who benefits from the solution</a:t>
          </a:r>
          <a:endParaRPr lang="en-US" sz="2000" kern="1200"/>
        </a:p>
      </dsp:txBody>
      <dsp:txXfrm>
        <a:off x="4669841" y="0"/>
        <a:ext cx="2122655" cy="1273593"/>
      </dsp:txXfrm>
    </dsp:sp>
    <dsp:sp modelId="{01FED442-7D55-44CB-9BF4-A85004058544}">
      <dsp:nvSpPr>
        <dsp:cNvPr id="0" name=""/>
        <dsp:cNvSpPr/>
      </dsp:nvSpPr>
      <dsp:spPr>
        <a:xfrm>
          <a:off x="4390946" y="2342366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Patients get </a:t>
          </a:r>
          <a:r>
            <a:rPr lang="en-US" sz="2000" b="1" kern="1200"/>
            <a:t>safer medication management</a:t>
          </a:r>
          <a:endParaRPr lang="en-US" sz="2000" kern="1200"/>
        </a:p>
      </dsp:txBody>
      <dsp:txXfrm>
        <a:off x="4390946" y="2342366"/>
        <a:ext cx="2122655" cy="1273593"/>
      </dsp:txXfrm>
    </dsp:sp>
    <dsp:sp modelId="{0E9C972A-C3DF-4A57-840E-7F6F0408BCF0}">
      <dsp:nvSpPr>
        <dsp:cNvPr id="0" name=""/>
        <dsp:cNvSpPr/>
      </dsp:nvSpPr>
      <dsp:spPr>
        <a:xfrm>
          <a:off x="4160170" y="3742694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Caregivers gain </a:t>
          </a:r>
          <a:r>
            <a:rPr lang="en-US" sz="2000" b="1" kern="1200"/>
            <a:t>clarity &amp; confidence</a:t>
          </a:r>
          <a:endParaRPr lang="en-US" sz="2000" kern="1200"/>
        </a:p>
      </dsp:txBody>
      <dsp:txXfrm>
        <a:off x="4160170" y="3742694"/>
        <a:ext cx="2122655" cy="1273593"/>
      </dsp:txXfrm>
    </dsp:sp>
    <dsp:sp modelId="{F2BA0577-A31C-4483-A373-98F4AD7D9A42}">
      <dsp:nvSpPr>
        <dsp:cNvPr id="0" name=""/>
        <dsp:cNvSpPr/>
      </dsp:nvSpPr>
      <dsp:spPr>
        <a:xfrm>
          <a:off x="4669841" y="5142361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Doctors receive </a:t>
          </a:r>
          <a:r>
            <a:rPr lang="en-US" sz="2000" b="1" kern="1200"/>
            <a:t>decision support</a:t>
          </a:r>
          <a:endParaRPr lang="en-US" sz="2000" kern="1200"/>
        </a:p>
      </dsp:txBody>
      <dsp:txXfrm>
        <a:off x="4669841" y="5142361"/>
        <a:ext cx="2122655" cy="1273593"/>
      </dsp:txXfrm>
    </dsp:sp>
    <dsp:sp modelId="{D529C013-8411-4129-868A-1C322D97699B}">
      <dsp:nvSpPr>
        <dsp:cNvPr id="0" name=""/>
        <dsp:cNvSpPr/>
      </dsp:nvSpPr>
      <dsp:spPr>
        <a:xfrm>
          <a:off x="3820673" y="1055345"/>
          <a:ext cx="2122655" cy="12735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Hospitals reduce </a:t>
          </a:r>
          <a:r>
            <a:rPr lang="en-US" sz="2000" b="1" kern="1200"/>
            <a:t>medication-related risks</a:t>
          </a:r>
          <a:endParaRPr lang="en-US" sz="2000" kern="1200"/>
        </a:p>
      </dsp:txBody>
      <dsp:txXfrm>
        <a:off x="3820673" y="1055345"/>
        <a:ext cx="2122655" cy="12735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C8423-4CBF-46A2-BF55-3CDB25704ABD}">
      <dsp:nvSpPr>
        <dsp:cNvPr id="0" name=""/>
        <dsp:cNvSpPr/>
      </dsp:nvSpPr>
      <dsp:spPr>
        <a:xfrm>
          <a:off x="0" y="411280"/>
          <a:ext cx="5458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DA09F-4488-40E8-8C7F-6540EBE3EF96}">
      <dsp:nvSpPr>
        <dsp:cNvPr id="0" name=""/>
        <dsp:cNvSpPr/>
      </dsp:nvSpPr>
      <dsp:spPr>
        <a:xfrm>
          <a:off x="272941" y="71800"/>
          <a:ext cx="3821186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0" rIns="1444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Target Users</a:t>
          </a:r>
          <a:endParaRPr lang="en-US" sz="2300" kern="1200"/>
        </a:p>
      </dsp:txBody>
      <dsp:txXfrm>
        <a:off x="306085" y="104944"/>
        <a:ext cx="3754898" cy="612672"/>
      </dsp:txXfrm>
    </dsp:sp>
    <dsp:sp modelId="{A0DD4035-4D29-439F-A79A-208DF1538169}">
      <dsp:nvSpPr>
        <dsp:cNvPr id="0" name=""/>
        <dsp:cNvSpPr/>
      </dsp:nvSpPr>
      <dsp:spPr>
        <a:xfrm>
          <a:off x="0" y="1454560"/>
          <a:ext cx="5458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4737D-BE41-48E2-8A87-8421F71E2087}">
      <dsp:nvSpPr>
        <dsp:cNvPr id="0" name=""/>
        <dsp:cNvSpPr/>
      </dsp:nvSpPr>
      <dsp:spPr>
        <a:xfrm>
          <a:off x="272941" y="1115080"/>
          <a:ext cx="3821186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0" rIns="1444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Geriatric patients</a:t>
          </a:r>
        </a:p>
      </dsp:txBody>
      <dsp:txXfrm>
        <a:off x="306085" y="1148224"/>
        <a:ext cx="3754898" cy="612672"/>
      </dsp:txXfrm>
    </dsp:sp>
    <dsp:sp modelId="{30E47CAE-67F3-4361-8F15-3E33C7707227}">
      <dsp:nvSpPr>
        <dsp:cNvPr id="0" name=""/>
        <dsp:cNvSpPr/>
      </dsp:nvSpPr>
      <dsp:spPr>
        <a:xfrm>
          <a:off x="0" y="2497840"/>
          <a:ext cx="5458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830D7-3EA1-44A0-94D7-5B79CC1FFD2A}">
      <dsp:nvSpPr>
        <dsp:cNvPr id="0" name=""/>
        <dsp:cNvSpPr/>
      </dsp:nvSpPr>
      <dsp:spPr>
        <a:xfrm>
          <a:off x="272941" y="2158360"/>
          <a:ext cx="3821186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0" rIns="1444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Caregivers</a:t>
          </a:r>
        </a:p>
      </dsp:txBody>
      <dsp:txXfrm>
        <a:off x="306085" y="2191504"/>
        <a:ext cx="3754898" cy="612672"/>
      </dsp:txXfrm>
    </dsp:sp>
    <dsp:sp modelId="{638347E5-19AD-46FA-B1AC-00DA3C052977}">
      <dsp:nvSpPr>
        <dsp:cNvPr id="0" name=""/>
        <dsp:cNvSpPr/>
      </dsp:nvSpPr>
      <dsp:spPr>
        <a:xfrm>
          <a:off x="0" y="3541120"/>
          <a:ext cx="5458837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148FE-FE28-4BCF-A468-67F1C51A0BBE}">
      <dsp:nvSpPr>
        <dsp:cNvPr id="0" name=""/>
        <dsp:cNvSpPr/>
      </dsp:nvSpPr>
      <dsp:spPr>
        <a:xfrm>
          <a:off x="272941" y="3201640"/>
          <a:ext cx="3821186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0" rIns="1444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Clinicians (decision support)</a:t>
          </a:r>
        </a:p>
      </dsp:txBody>
      <dsp:txXfrm>
        <a:off x="306085" y="3234784"/>
        <a:ext cx="3754898" cy="6126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F3D94-EFDD-4938-81C8-630DE9F7F347}">
      <dsp:nvSpPr>
        <dsp:cNvPr id="0" name=""/>
        <dsp:cNvSpPr/>
      </dsp:nvSpPr>
      <dsp:spPr>
        <a:xfrm>
          <a:off x="8930" y="0"/>
          <a:ext cx="3534264" cy="1060279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Feature Engineering</a:t>
          </a:r>
          <a:endParaRPr lang="en-US" sz="2800" kern="1200"/>
        </a:p>
      </dsp:txBody>
      <dsp:txXfrm>
        <a:off x="327014" y="0"/>
        <a:ext cx="2898096" cy="1060279"/>
      </dsp:txXfrm>
    </dsp:sp>
    <dsp:sp modelId="{62883809-5B7E-4902-9D0E-1425EF291BA0}">
      <dsp:nvSpPr>
        <dsp:cNvPr id="0" name=""/>
        <dsp:cNvSpPr/>
      </dsp:nvSpPr>
      <dsp:spPr>
        <a:xfrm>
          <a:off x="8930" y="1060279"/>
          <a:ext cx="3216180" cy="329105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Symptoms → encoded as multi-label vectors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Medicines → mapped to known vitamin depletion effects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Duration → weighted to increase deficiency risk over time</a:t>
          </a:r>
        </a:p>
      </dsp:txBody>
      <dsp:txXfrm>
        <a:off x="8930" y="1060279"/>
        <a:ext cx="3216180" cy="3291058"/>
      </dsp:txXfrm>
    </dsp:sp>
    <dsp:sp modelId="{445103A2-342D-4F69-9957-035B15978CF7}">
      <dsp:nvSpPr>
        <dsp:cNvPr id="0" name=""/>
        <dsp:cNvSpPr/>
      </dsp:nvSpPr>
      <dsp:spPr>
        <a:xfrm>
          <a:off x="3490667" y="0"/>
          <a:ext cx="3534264" cy="1060279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Model Architecture</a:t>
          </a:r>
          <a:endParaRPr lang="en-US" sz="2800" kern="1200"/>
        </a:p>
      </dsp:txBody>
      <dsp:txXfrm>
        <a:off x="3808751" y="0"/>
        <a:ext cx="2898096" cy="1060279"/>
      </dsp:txXfrm>
    </dsp:sp>
    <dsp:sp modelId="{E78671A6-21D2-49A0-83C4-9B9543A73139}">
      <dsp:nvSpPr>
        <dsp:cNvPr id="0" name=""/>
        <dsp:cNvSpPr/>
      </dsp:nvSpPr>
      <dsp:spPr>
        <a:xfrm>
          <a:off x="3490667" y="1060279"/>
          <a:ext cx="3216180" cy="329105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Supervised ML classifier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Trained on: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Symptom–vitamin relationships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Medication-induced deficiency patterns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Handles </a:t>
          </a:r>
          <a:r>
            <a:rPr lang="en-US" sz="2000" b="1" kern="1200"/>
            <a:t>imbalanced medical data</a:t>
          </a:r>
          <a:endParaRPr lang="en-US" sz="2000" kern="1200"/>
        </a:p>
      </dsp:txBody>
      <dsp:txXfrm>
        <a:off x="3490667" y="1060279"/>
        <a:ext cx="3216180" cy="3291058"/>
      </dsp:txXfrm>
    </dsp:sp>
    <dsp:sp modelId="{6CA6384A-AB72-46EE-9753-2089D45FF0A6}">
      <dsp:nvSpPr>
        <dsp:cNvPr id="0" name=""/>
        <dsp:cNvSpPr/>
      </dsp:nvSpPr>
      <dsp:spPr>
        <a:xfrm>
          <a:off x="6972405" y="0"/>
          <a:ext cx="3534264" cy="1060279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Decision Logic</a:t>
          </a:r>
          <a:endParaRPr lang="en-US" sz="2800" kern="1200"/>
        </a:p>
      </dsp:txBody>
      <dsp:txXfrm>
        <a:off x="7290489" y="0"/>
        <a:ext cx="2898096" cy="1060279"/>
      </dsp:txXfrm>
    </dsp:sp>
    <dsp:sp modelId="{3E2322EC-B681-40CE-B521-4FB74A9ED6B2}">
      <dsp:nvSpPr>
        <dsp:cNvPr id="0" name=""/>
        <dsp:cNvSpPr/>
      </dsp:nvSpPr>
      <dsp:spPr>
        <a:xfrm>
          <a:off x="6972405" y="1060279"/>
          <a:ext cx="3216180" cy="329105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Combines: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Symptom severity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Medicine duration impact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Produces </a:t>
          </a:r>
          <a:r>
            <a:rPr lang="en-US" sz="2000" b="1" kern="1200"/>
            <a:t>probabilistic deficiency scores</a:t>
          </a:r>
          <a:endParaRPr lang="en-US" sz="2000" kern="1200"/>
        </a:p>
      </dsp:txBody>
      <dsp:txXfrm>
        <a:off x="6972405" y="1060279"/>
        <a:ext cx="3216180" cy="32910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D22E4-3F43-452C-903C-81EBB59FC4C0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“Easy to understand even without medical knowledge”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“Helpful for elderly patients who forget lab follow-ups”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“Symptoms + medicine duration feels realistic”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“Clear output helps decide next steps”</a:t>
          </a:r>
        </a:p>
      </dsp:txBody>
      <dsp:txXfrm rot="-5400000">
        <a:off x="3785616" y="295201"/>
        <a:ext cx="6647092" cy="1532257"/>
      </dsp:txXfrm>
    </dsp:sp>
    <dsp:sp modelId="{076865A4-5C6C-4ED0-95CE-495B0DF7891B}">
      <dsp:nvSpPr>
        <dsp:cNvPr id="0" name=""/>
        <dsp:cNvSpPr/>
      </dsp:nvSpPr>
      <dsp:spPr>
        <a:xfrm>
          <a:off x="0" y="123861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sng" kern="1200"/>
            <a:t>Feedback Highlights</a:t>
          </a:r>
          <a:endParaRPr lang="en-US" sz="3200" kern="1200"/>
        </a:p>
      </dsp:txBody>
      <dsp:txXfrm>
        <a:off x="103614" y="227475"/>
        <a:ext cx="3578388" cy="1915324"/>
      </dsp:txXfrm>
    </dsp:sp>
    <dsp:sp modelId="{E86BCB69-16FF-434C-937F-CEC8B7A3DAAF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Increased awareness of vitamin health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Better patient–doctor communication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Reduced guesswork in early stages</a:t>
          </a:r>
        </a:p>
      </dsp:txBody>
      <dsp:txXfrm rot="-5400000">
        <a:off x="3785616" y="2523880"/>
        <a:ext cx="6647092" cy="1532257"/>
      </dsp:txXfrm>
    </dsp:sp>
    <dsp:sp modelId="{838865EA-73C2-4AEB-8CDF-F3DD4AA38FEC}">
      <dsp:nvSpPr>
        <dsp:cNvPr id="0" name=""/>
        <dsp:cNvSpPr/>
      </dsp:nvSpPr>
      <dsp:spPr>
        <a:xfrm>
          <a:off x="0" y="2181166"/>
          <a:ext cx="3785616" cy="2122552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sng" kern="120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Observed</a:t>
          </a:r>
          <a:r>
            <a:rPr lang="en-US" sz="5300" b="1" u="sng" kern="1200"/>
            <a:t> </a:t>
          </a:r>
          <a:r>
            <a:rPr lang="en-US" sz="3200" b="1" u="sng" kern="120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Benefits</a:t>
          </a:r>
        </a:p>
      </dsp:txBody>
      <dsp:txXfrm>
        <a:off x="103614" y="2284780"/>
        <a:ext cx="3578388" cy="19153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A9D42-8076-4704-A30A-0B7A4E4C92C4}">
      <dsp:nvSpPr>
        <dsp:cNvPr id="0" name=""/>
        <dsp:cNvSpPr/>
      </dsp:nvSpPr>
      <dsp:spPr>
        <a:xfrm>
          <a:off x="0" y="5780"/>
          <a:ext cx="3203971" cy="875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Design excellence / contribution</a:t>
          </a:r>
          <a:endParaRPr lang="en-US" sz="2400" kern="1200"/>
        </a:p>
      </dsp:txBody>
      <dsp:txXfrm>
        <a:off x="0" y="5780"/>
        <a:ext cx="3203971" cy="875246"/>
      </dsp:txXfrm>
    </dsp:sp>
    <dsp:sp modelId="{3817D0A9-1CBE-4534-AC05-2EB0B5E6E0F9}">
      <dsp:nvSpPr>
        <dsp:cNvPr id="0" name=""/>
        <dsp:cNvSpPr/>
      </dsp:nvSpPr>
      <dsp:spPr>
        <a:xfrm>
          <a:off x="3286" y="877079"/>
          <a:ext cx="3203971" cy="34724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Hybrid model combining evidence-based scoring with interaction severity.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Modular backend design with a dedicated scoring engine.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Strong input validation (drug limits, duplicate removal).Transparent scoring with clear S1–S5 breakdown.</a:t>
          </a:r>
        </a:p>
      </dsp:txBody>
      <dsp:txXfrm>
        <a:off x="3286" y="877079"/>
        <a:ext cx="3203971" cy="3472424"/>
      </dsp:txXfrm>
    </dsp:sp>
    <dsp:sp modelId="{AB800EDB-244E-4954-A44E-147A56F46CAD}">
      <dsp:nvSpPr>
        <dsp:cNvPr id="0" name=""/>
        <dsp:cNvSpPr/>
      </dsp:nvSpPr>
      <dsp:spPr>
        <a:xfrm>
          <a:off x="3655814" y="1833"/>
          <a:ext cx="3203971" cy="875246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User feedback on the prototype</a:t>
          </a:r>
          <a:endParaRPr lang="en-US" sz="2400" kern="1200"/>
        </a:p>
      </dsp:txBody>
      <dsp:txXfrm>
        <a:off x="3655814" y="1833"/>
        <a:ext cx="3203971" cy="875246"/>
      </dsp:txXfrm>
    </dsp:sp>
    <dsp:sp modelId="{110A2075-8B91-4D5D-BA7E-27668DA45934}">
      <dsp:nvSpPr>
        <dsp:cNvPr id="0" name=""/>
        <dsp:cNvSpPr/>
      </dsp:nvSpPr>
      <dsp:spPr>
        <a:xfrm>
          <a:off x="3655814" y="877079"/>
          <a:ext cx="3203971" cy="347242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User Feedback on </a:t>
          </a:r>
          <a:r>
            <a:rPr lang="en-US" sz="2000" kern="1200" err="1"/>
            <a:t>PrototypeRisk</a:t>
          </a:r>
          <a:r>
            <a:rPr lang="en-US" sz="2000" kern="1200"/>
            <a:t> score visualization is clear and informative.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Interaction severity details support safer prescribing </a:t>
          </a:r>
          <a:r>
            <a:rPr lang="en-US" sz="2000" kern="1200" err="1"/>
            <a:t>decisions.Overall</a:t>
          </a:r>
          <a:r>
            <a:rPr lang="en-US" sz="2000" kern="1200"/>
            <a:t> prototype evaluated as practical and clinically useful.</a:t>
          </a:r>
        </a:p>
      </dsp:txBody>
      <dsp:txXfrm>
        <a:off x="3655814" y="877079"/>
        <a:ext cx="3203971" cy="3472424"/>
      </dsp:txXfrm>
    </dsp:sp>
    <dsp:sp modelId="{CBA20557-D276-4422-9695-C32DEF2F0E3B}">
      <dsp:nvSpPr>
        <dsp:cNvPr id="0" name=""/>
        <dsp:cNvSpPr/>
      </dsp:nvSpPr>
      <dsp:spPr>
        <a:xfrm>
          <a:off x="7308342" y="1833"/>
          <a:ext cx="3203971" cy="87524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Enhancement</a:t>
          </a:r>
        </a:p>
      </dsp:txBody>
      <dsp:txXfrm>
        <a:off x="7308342" y="1833"/>
        <a:ext cx="3203971" cy="875246"/>
      </dsp:txXfrm>
    </dsp:sp>
    <dsp:sp modelId="{DC69C84F-1C58-403A-9777-4748C087B92A}">
      <dsp:nvSpPr>
        <dsp:cNvPr id="0" name=""/>
        <dsp:cNvSpPr/>
      </dsp:nvSpPr>
      <dsp:spPr>
        <a:xfrm>
          <a:off x="7308342" y="877079"/>
          <a:ext cx="3203971" cy="347242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Predict the next  Adverse  Drug Event considering the patient using current  age, Drugs  and current diseases</a:t>
          </a:r>
        </a:p>
      </dsp:txBody>
      <dsp:txXfrm>
        <a:off x="7308342" y="877079"/>
        <a:ext cx="3203971" cy="34724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FF57A-1F1E-42A2-BC4D-97B4AE340B12}">
      <dsp:nvSpPr>
        <dsp:cNvPr id="0" name=""/>
        <dsp:cNvSpPr/>
      </dsp:nvSpPr>
      <dsp:spPr>
        <a:xfrm>
          <a:off x="0" y="457556"/>
          <a:ext cx="6744929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Monitors Mental and Emotional Well-Being</a:t>
          </a:r>
          <a:br>
            <a:rPr lang="en-US" sz="1700" kern="1200"/>
          </a:br>
          <a:r>
            <a:rPr lang="en-US" sz="1700" b="0" kern="1200"/>
            <a:t>Uses facial expression analysis and interaction tracking to detect stress, low mood, and emotional changes in elderly patients.</a:t>
          </a:r>
        </a:p>
      </dsp:txBody>
      <dsp:txXfrm>
        <a:off x="45635" y="503191"/>
        <a:ext cx="6653659" cy="843560"/>
      </dsp:txXfrm>
    </dsp:sp>
    <dsp:sp modelId="{50EE4E8B-C8F4-44CA-8829-6D260ECB7AFF}">
      <dsp:nvSpPr>
        <dsp:cNvPr id="0" name=""/>
        <dsp:cNvSpPr/>
      </dsp:nvSpPr>
      <dsp:spPr>
        <a:xfrm>
          <a:off x="0" y="1441347"/>
          <a:ext cx="6744929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Integrates Polypharmacy Risk Awareness</a:t>
          </a:r>
          <a:br>
            <a:rPr lang="en-US" sz="1700" kern="1200"/>
          </a:br>
          <a:r>
            <a:rPr lang="en-US" sz="1700" b="0" kern="1200"/>
            <a:t>Considers the user’s polypharmacy risk score to provide lifestyle guidance that is safe alongside prescribed medications.</a:t>
          </a:r>
        </a:p>
      </dsp:txBody>
      <dsp:txXfrm>
        <a:off x="45635" y="1486982"/>
        <a:ext cx="6653659" cy="843560"/>
      </dsp:txXfrm>
    </dsp:sp>
    <dsp:sp modelId="{DC877E82-0A70-404E-B784-7330676B6189}">
      <dsp:nvSpPr>
        <dsp:cNvPr id="0" name=""/>
        <dsp:cNvSpPr/>
      </dsp:nvSpPr>
      <dsp:spPr>
        <a:xfrm>
          <a:off x="0" y="2425136"/>
          <a:ext cx="6744929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Provides Drug-Free Personalized Recommendations</a:t>
          </a:r>
          <a:br>
            <a:rPr lang="en-US" sz="1700" kern="1200"/>
          </a:br>
          <a:r>
            <a:rPr lang="en-US" sz="1700" b="0" kern="1200"/>
            <a:t>Suggests improvements in daily routines, physical activity, sleep, and stress management without interfering with medical treatment.</a:t>
          </a:r>
        </a:p>
      </dsp:txBody>
      <dsp:txXfrm>
        <a:off x="45635" y="2470771"/>
        <a:ext cx="6653659" cy="843560"/>
      </dsp:txXfrm>
    </dsp:sp>
    <dsp:sp modelId="{7F83F323-4B79-421C-953D-6D8C5DA67CCD}">
      <dsp:nvSpPr>
        <dsp:cNvPr id="0" name=""/>
        <dsp:cNvSpPr/>
      </dsp:nvSpPr>
      <dsp:spPr>
        <a:xfrm>
          <a:off x="0" y="3408927"/>
          <a:ext cx="6744929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Supports Preventive Lifestyle Management</a:t>
          </a:r>
          <a:br>
            <a:rPr lang="en-US" sz="1700" kern="1200"/>
          </a:br>
          <a:r>
            <a:rPr lang="en-US" sz="1700" kern="1200"/>
            <a:t>En</a:t>
          </a:r>
          <a:r>
            <a:rPr lang="en-US" sz="1700" b="0" kern="1200"/>
            <a:t>courages healthy habits, self-awareness, and routine tracking to reduce long-term lifestyle-related risks.</a:t>
          </a:r>
        </a:p>
      </dsp:txBody>
      <dsp:txXfrm>
        <a:off x="45635" y="3454562"/>
        <a:ext cx="6653659" cy="8435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C8423-4CBF-46A2-BF55-3CDB25704ABD}">
      <dsp:nvSpPr>
        <dsp:cNvPr id="0" name=""/>
        <dsp:cNvSpPr/>
      </dsp:nvSpPr>
      <dsp:spPr>
        <a:xfrm>
          <a:off x="0" y="354484"/>
          <a:ext cx="361243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DA09F-4488-40E8-8C7F-6540EBE3EF96}">
      <dsp:nvSpPr>
        <dsp:cNvPr id="0" name=""/>
        <dsp:cNvSpPr/>
      </dsp:nvSpPr>
      <dsp:spPr>
        <a:xfrm>
          <a:off x="180621" y="29764"/>
          <a:ext cx="2528704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579" tIns="0" rIns="9557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Target Users</a:t>
          </a:r>
          <a:endParaRPr lang="en-US" sz="2200" kern="1200"/>
        </a:p>
      </dsp:txBody>
      <dsp:txXfrm>
        <a:off x="212324" y="61467"/>
        <a:ext cx="2465298" cy="586034"/>
      </dsp:txXfrm>
    </dsp:sp>
    <dsp:sp modelId="{A0DD4035-4D29-439F-A79A-208DF1538169}">
      <dsp:nvSpPr>
        <dsp:cNvPr id="0" name=""/>
        <dsp:cNvSpPr/>
      </dsp:nvSpPr>
      <dsp:spPr>
        <a:xfrm>
          <a:off x="0" y="1352405"/>
          <a:ext cx="361243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4737D-BE41-48E2-8A87-8421F71E2087}">
      <dsp:nvSpPr>
        <dsp:cNvPr id="0" name=""/>
        <dsp:cNvSpPr/>
      </dsp:nvSpPr>
      <dsp:spPr>
        <a:xfrm>
          <a:off x="180621" y="1027685"/>
          <a:ext cx="2528704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579" tIns="0" rIns="9557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Geriatric patients</a:t>
          </a:r>
        </a:p>
      </dsp:txBody>
      <dsp:txXfrm>
        <a:off x="212324" y="1059388"/>
        <a:ext cx="2465298" cy="586034"/>
      </dsp:txXfrm>
    </dsp:sp>
    <dsp:sp modelId="{30E47CAE-67F3-4361-8F15-3E33C7707227}">
      <dsp:nvSpPr>
        <dsp:cNvPr id="0" name=""/>
        <dsp:cNvSpPr/>
      </dsp:nvSpPr>
      <dsp:spPr>
        <a:xfrm>
          <a:off x="0" y="2350325"/>
          <a:ext cx="361243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830D7-3EA1-44A0-94D7-5B79CC1FFD2A}">
      <dsp:nvSpPr>
        <dsp:cNvPr id="0" name=""/>
        <dsp:cNvSpPr/>
      </dsp:nvSpPr>
      <dsp:spPr>
        <a:xfrm>
          <a:off x="180621" y="2025604"/>
          <a:ext cx="2528704" cy="6494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579" tIns="0" rIns="9557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Caregivers</a:t>
          </a:r>
        </a:p>
      </dsp:txBody>
      <dsp:txXfrm>
        <a:off x="212324" y="2057307"/>
        <a:ext cx="2465298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1EE70-3B93-4041-974B-CCB3BA17125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CDDA4-0059-4BBA-ACB7-81BC3C90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2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4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05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CDDA4-0059-4BBA-ACB7-81BC3C90F3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97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81C9-E23C-D116-13F8-1DDCE5489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31859-C8D2-550C-4A61-594B87F81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DDDDB-BC8E-ADEB-654E-23ACC05B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72727-5AAB-EAFD-4857-2DEDCA036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B30C5-2A77-EA98-BF11-F8E05E99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4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97B1-92BB-BBAC-80BA-462B6DDFB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C161-341D-488E-7373-F7D3D74B7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F8BA-B6AB-3AD1-DCB7-357C7ADA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9DEE-30DE-B7F0-CD24-5AA74031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C7B3C-E0F0-00EE-F22E-EA8CE27B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6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2CEC-3E3D-8B73-6BDF-885C31699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4176-8ABE-6FDD-A69B-A8B1EDEC4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44C06-E35E-22B6-1699-1E4B0D2E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45B3D-FEC3-12FF-88FF-C91C0979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61ED1-A8D4-7101-220B-ABA686EA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0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A246-EA5E-45A3-A013-300E72A7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93A88-46BB-51C8-3EE3-9E11106CC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02253-7A1A-B463-E66C-79BBC941E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29C35-9BA6-D6A8-2127-D8EE487A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E7D6C-8631-589A-0BDA-5FC61346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F3C31-D32B-36BD-F611-15D18A1E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E001-9676-48CC-180F-E09519D4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9D602-E08D-9E94-6946-387422DE6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9B137-E671-ABB1-7EFB-9768F219B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233B4-15EC-E2C1-7298-076ADF201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4DCAA-B2D1-2242-79A7-BCF054F0B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353655-2395-5D2D-22F9-06B58C88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37F9EF-FE8F-9F65-B951-D760C1E8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00FDA-FEBC-CF45-0B1F-FF01F4AF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87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8097-BF20-5C96-8712-D3264149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2CA2A-0919-F674-6C2F-6BF146D8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9AD40-7E89-3333-A48E-3A64F563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11500-4B88-FC48-3650-EB26F956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3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43A8A-A93B-1C0F-8922-18618272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48D3C-2758-E236-B2FB-F7102646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787B-FF63-A83E-2FE8-0A2FB363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04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0B6D-5052-E6A9-0273-152FA24B2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2B95A-B5F9-0335-3085-47E96640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3D45B-326E-731D-06BE-8119FACFD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60FE2-EE3F-2313-A7CD-F1166745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244BE-A57F-7458-3183-418C0354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12543-18E9-D947-0183-3E0C5876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4A73-E886-FD84-ABF2-E140A097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6749C-0B42-2CF3-AB14-85B53DD04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92342-BC2C-773D-63BE-946BAD0A1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364A9-35F7-B45F-DADF-172165E1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7A9B3-F6C5-AC3E-BBFE-6F2100AB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BEB4A-070A-BF89-56D3-A1CBF7E3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9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CF09-81DB-8669-0187-9B01607B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4DEB9-C617-9068-64E3-C6FBB29F7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F20D3-DBE7-9B0E-D7DB-74A6111A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443E1-8CC7-F48D-9F64-3B935EC6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EA73E-AF06-9A62-5FA5-B3211CD1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8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F0F6A-E42E-3E07-63CA-8A5DD05F9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64667-EAA0-F99F-07FF-478E5E8BE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0C67-7727-EAB9-9734-6CA1FEE2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99313-3DBB-1F8B-5FFB-C84CDAE5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CD8A6-D49C-8A1D-9F3F-2F0E783B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5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7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E06B1-3C5A-C9D8-09B3-A1AD8F7A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C680C-139A-ACBD-A0C0-64953F4E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32C50-35A0-FFDE-19EF-30CDF7146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64FE1-BC7A-41A8-AC65-A8C53E157B4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174AC-F54D-3EA8-CE9A-F195965A5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A472A-9D3B-C38C-E764-4B073B813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4B1B4-BAD4-4D72-AE7B-57F962436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7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5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5/3/2026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62" r:id="rId3"/>
    <p:sldLayoutId id="2147483663" r:id="rId4"/>
    <p:sldLayoutId id="2147483661" r:id="rId5"/>
    <p:sldLayoutId id="2147483667" r:id="rId6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30.sv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31.jpeg"/><Relationship Id="rId9" Type="http://schemas.microsoft.com/office/2007/relationships/diagramDrawing" Target="../diagrams/drawing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5766" y="961329"/>
            <a:ext cx="5943601" cy="3377065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POLYPHARMACY AND VITAMIN RECOMMENDATION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0871" y="5498522"/>
            <a:ext cx="4558496" cy="796298"/>
          </a:xfrm>
        </p:spPr>
        <p:txBody>
          <a:bodyPr>
            <a:normAutofit fontScale="92500"/>
          </a:bodyPr>
          <a:lstStyle/>
          <a:p>
            <a:r>
              <a:rPr lang="en-US" b="1">
                <a:solidFill>
                  <a:schemeClr val="tx1"/>
                </a:solidFill>
              </a:rPr>
              <a:t>Group ID : 25 – 26J - 368</a:t>
            </a:r>
          </a:p>
        </p:txBody>
      </p:sp>
      <p:pic>
        <p:nvPicPr>
          <p:cNvPr id="7" name="Picture 6" descr="A computer screen with medical items&#10;&#10;Description automatically generated">
            <a:extLst>
              <a:ext uri="{FF2B5EF4-FFF2-40B4-BE49-F238E27FC236}">
                <a16:creationId xmlns:a16="http://schemas.microsoft.com/office/drawing/2014/main" id="{4AA90808-B684-BBC5-E83D-125C33C786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928" b="9198"/>
          <a:stretch/>
        </p:blipFill>
        <p:spPr>
          <a:xfrm>
            <a:off x="983417" y="1027948"/>
            <a:ext cx="4581718" cy="4802104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outerShdw blurRad="50800" dist="50800" dir="5400000" sx="98000" sy="98000" algn="ctr" rotWithShape="0">
              <a:srgbClr val="000000">
                <a:alpha val="0"/>
              </a:srgbClr>
            </a:outerShdw>
            <a:reflection blurRad="127000" stA="48000" endPos="10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contourClr>
              <a:srgbClr val="C0C0C0"/>
            </a:contourClr>
          </a:sp3d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27ABD84-38D0-25B7-57AE-61A63AF62E5F}"/>
              </a:ext>
            </a:extLst>
          </p:cNvPr>
          <p:cNvGrpSpPr/>
          <p:nvPr/>
        </p:nvGrpSpPr>
        <p:grpSpPr>
          <a:xfrm>
            <a:off x="282251" y="621774"/>
            <a:ext cx="434007" cy="2472698"/>
            <a:chOff x="11581124" y="3077312"/>
            <a:chExt cx="434007" cy="24726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64A8FE-C1ED-DBA4-DFD2-159B916B05DF}"/>
                </a:ext>
              </a:extLst>
            </p:cNvPr>
            <p:cNvSpPr/>
            <p:nvPr/>
          </p:nvSpPr>
          <p:spPr>
            <a:xfrm>
              <a:off x="11588186" y="4201125"/>
              <a:ext cx="426945" cy="719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CD018E-25AB-FF07-F287-42A59382701A}"/>
                </a:ext>
              </a:extLst>
            </p:cNvPr>
            <p:cNvSpPr/>
            <p:nvPr/>
          </p:nvSpPr>
          <p:spPr>
            <a:xfrm>
              <a:off x="11588186" y="5105400"/>
              <a:ext cx="426945" cy="44461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462AFC-EB0E-E929-E73D-EFBE092E2152}"/>
                </a:ext>
              </a:extLst>
            </p:cNvPr>
            <p:cNvSpPr/>
            <p:nvPr/>
          </p:nvSpPr>
          <p:spPr>
            <a:xfrm>
              <a:off x="11581124" y="3077312"/>
              <a:ext cx="426945" cy="9389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D64BE7-2976-C46E-D877-AADFAB3E0414}"/>
              </a:ext>
            </a:extLst>
          </p:cNvPr>
          <p:cNvGrpSpPr/>
          <p:nvPr/>
        </p:nvGrpSpPr>
        <p:grpSpPr>
          <a:xfrm rot="10800000">
            <a:off x="5832294" y="3741517"/>
            <a:ext cx="434007" cy="2472698"/>
            <a:chOff x="11581124" y="3077312"/>
            <a:chExt cx="434007" cy="24726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B19C6E-925D-C036-5829-0D0D87E42059}"/>
                </a:ext>
              </a:extLst>
            </p:cNvPr>
            <p:cNvSpPr/>
            <p:nvPr/>
          </p:nvSpPr>
          <p:spPr>
            <a:xfrm>
              <a:off x="11588186" y="4201125"/>
              <a:ext cx="426945" cy="719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E7D90F-0387-F54C-8B8A-133DAF7FCCFB}"/>
                </a:ext>
              </a:extLst>
            </p:cNvPr>
            <p:cNvSpPr/>
            <p:nvPr/>
          </p:nvSpPr>
          <p:spPr>
            <a:xfrm>
              <a:off x="11588186" y="5105400"/>
              <a:ext cx="426945" cy="44461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9618E8-FB57-6583-E304-EE0E552270B5}"/>
                </a:ext>
              </a:extLst>
            </p:cNvPr>
            <p:cNvSpPr/>
            <p:nvPr/>
          </p:nvSpPr>
          <p:spPr>
            <a:xfrm>
              <a:off x="11581124" y="3077312"/>
              <a:ext cx="426945" cy="9389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90E1F4-7622-83E0-2E14-15F18E0D58F7}"/>
              </a:ext>
            </a:extLst>
          </p:cNvPr>
          <p:cNvSpPr/>
          <p:nvPr/>
        </p:nvSpPr>
        <p:spPr>
          <a:xfrm>
            <a:off x="0" y="0"/>
            <a:ext cx="8976360" cy="12480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BE3D2AC-4454-375D-FEDB-14B78F83E4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98430" y="200204"/>
            <a:ext cx="4047196" cy="79216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j-ea"/>
                <a:cs typeface="Adobe Devanagari" pitchFamily="18" charset="0"/>
              </a:rPr>
              <a:t>Our Team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j-ea"/>
              <a:cs typeface="Adobe Devanagari" pitchFamily="18" charset="0"/>
            </a:endParaRPr>
          </a:p>
        </p:txBody>
      </p:sp>
      <p:pic>
        <p:nvPicPr>
          <p:cNvPr id="2" name="Picture 1" descr="A blue and green arrows on a black background&#10;&#10;Description automatically generated">
            <a:extLst>
              <a:ext uri="{FF2B5EF4-FFF2-40B4-BE49-F238E27FC236}">
                <a16:creationId xmlns:a16="http://schemas.microsoft.com/office/drawing/2014/main" id="{92BE8466-74FC-C541-F79B-730B15932D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579277" y="110822"/>
            <a:ext cx="1137215" cy="113721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5B7D55-D8CE-8C8B-6E18-7673ED500786}"/>
              </a:ext>
            </a:extLst>
          </p:cNvPr>
          <p:cNvGraphicFramePr>
            <a:graphicFrameLocks noGrp="1"/>
          </p:cNvGraphicFramePr>
          <p:nvPr/>
        </p:nvGraphicFramePr>
        <p:xfrm>
          <a:off x="2019299" y="1528857"/>
          <a:ext cx="8383230" cy="4183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15">
                  <a:extLst>
                    <a:ext uri="{9D8B030D-6E8A-4147-A177-3AD203B41FA5}">
                      <a16:colId xmlns:a16="http://schemas.microsoft.com/office/drawing/2014/main" val="2212065369"/>
                    </a:ext>
                  </a:extLst>
                </a:gridCol>
                <a:gridCol w="4191615">
                  <a:extLst>
                    <a:ext uri="{9D8B030D-6E8A-4147-A177-3AD203B41FA5}">
                      <a16:colId xmlns:a16="http://schemas.microsoft.com/office/drawing/2014/main" val="290782568"/>
                    </a:ext>
                  </a:extLst>
                </a:gridCol>
              </a:tblGrid>
              <a:tr h="59313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Group ID : 25 – 26J – 368 </a:t>
                      </a:r>
                      <a:endParaRPr lang="en-US" sz="1800" b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818184"/>
                  </a:ext>
                </a:extLst>
              </a:tr>
              <a:tr h="51293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Supervisor                 </a:t>
                      </a:r>
                      <a:r>
                        <a:rPr lang="en-US" sz="1800" b="1" baseline="0"/>
                        <a:t> </a:t>
                      </a:r>
                      <a:r>
                        <a:rPr lang="en-US" sz="1800" b="1"/>
                        <a:t>-  </a:t>
                      </a:r>
                      <a:r>
                        <a:rPr lang="en-US" sz="1800" b="0"/>
                        <a:t>Ms. Jenny Krishara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91732"/>
                  </a:ext>
                </a:extLst>
              </a:tr>
              <a:tr h="51293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Co-supervisor            -  </a:t>
                      </a:r>
                      <a:r>
                        <a:rPr lang="en-US" sz="1800" b="0"/>
                        <a:t>Dr. Dinuka Wijendra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9154"/>
                  </a:ext>
                </a:extLst>
              </a:tr>
              <a:tr h="512935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203194"/>
                  </a:ext>
                </a:extLst>
              </a:tr>
              <a:tr h="512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Reshmi M.G.G.K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IT22600448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23740"/>
                  </a:ext>
                </a:extLst>
              </a:tr>
              <a:tr h="51293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Jeesara K.G.N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IT22561084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49611"/>
                  </a:ext>
                </a:extLst>
              </a:tr>
              <a:tr h="51293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Jayalath J.P.R.J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IT22591098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18897"/>
                  </a:ext>
                </a:extLst>
              </a:tr>
              <a:tr h="512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Tharaka B.W.P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IT22600516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810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31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B4A4E-A2AB-C090-09F9-658A00D7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15" y="661975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332286A-0E2B-EEA0-97F0-E49A01998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2356895"/>
              </p:ext>
            </p:extLst>
          </p:nvPr>
        </p:nvGraphicFramePr>
        <p:xfrm>
          <a:off x="4663440" y="274320"/>
          <a:ext cx="7122300" cy="6392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074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2C024-BD55-6E0A-D320-CD963C237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240" y="-108793"/>
            <a:ext cx="7195760" cy="1807305"/>
          </a:xfrm>
        </p:spPr>
        <p:txBody>
          <a:bodyPr>
            <a:normAutofit/>
          </a:bodyPr>
          <a:lstStyle/>
          <a:p>
            <a:r>
              <a:rPr lang="en-US" sz="4100" b="1"/>
              <a:t>Impact / Gravity of the Problem</a:t>
            </a:r>
            <a:br>
              <a:rPr lang="en-US" sz="4100" b="1"/>
            </a:br>
            <a:endParaRPr lang="en-US" sz="4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CDCA8-73D7-C5B7-A2A4-9D50703EA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98" r="33434"/>
          <a:stretch>
            <a:fillRect/>
          </a:stretch>
        </p:blipFill>
        <p:spPr>
          <a:xfrm>
            <a:off x="1" y="-108793"/>
            <a:ext cx="5606980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81584-A9A4-360D-356F-DB069CA33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713" y="1589088"/>
            <a:ext cx="6672262" cy="5159375"/>
          </a:xfrm>
        </p:spPr>
        <p:txBody>
          <a:bodyPr>
            <a:normAutofit/>
          </a:bodyPr>
          <a:lstStyle/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adverse drug reactions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Increased hospital admissions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Causes fatigue, dizziness, falls, and weakness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Can lead to cognitive decline in elderly patients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Vitamin deficiencies often remain undetected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Worsens existing chronic conditions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Increases healthcare costs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Reduces quality of life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Adds pressure on caregivers &amp; healthcare systems</a:t>
            </a:r>
          </a:p>
          <a:p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Severe cases can become life-threatening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01642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5052C4-5876-9E88-503A-8EF2649485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132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4D0853-2D01-781F-EDE3-7AAA080F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03" y="615691"/>
            <a:ext cx="3985919" cy="5225608"/>
          </a:xfrm>
        </p:spPr>
        <p:txBody>
          <a:bodyPr>
            <a:normAutofit/>
          </a:bodyPr>
          <a:lstStyle/>
          <a:p>
            <a:pPr algn="r"/>
            <a:r>
              <a:rPr lang="en-US" sz="5400">
                <a:ln w="22225">
                  <a:solidFill>
                    <a:srgbClr val="FFFFFF"/>
                  </a:solidFill>
                </a:ln>
                <a:noFill/>
              </a:rPr>
              <a:t>Who Is Affected / Who Benefits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D2EB2B-C195-1607-FDC8-E96D105FB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981691"/>
              </p:ext>
            </p:extLst>
          </p:nvPr>
        </p:nvGraphicFramePr>
        <p:xfrm>
          <a:off x="4602146" y="192505"/>
          <a:ext cx="6792497" cy="6665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292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0E51-44A9-E9D0-4B44-5AEFE37C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2560" y="-538480"/>
            <a:ext cx="11318240" cy="2072640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50000"/>
                  </a:schemeClr>
                </a:solidFill>
                <a:latin typeface="Cambria"/>
                <a:ea typeface="Cambria"/>
              </a:rPr>
              <a:t>Overall solution as a system diagram</a:t>
            </a:r>
            <a:endParaRPr lang="en-US" sz="36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Content Placeholder 7" descr="A diagram of a system&#10;&#10;Description automatically generated">
            <a:extLst>
              <a:ext uri="{FF2B5EF4-FFF2-40B4-BE49-F238E27FC236}">
                <a16:creationId xmlns:a16="http://schemas.microsoft.com/office/drawing/2014/main" id="{B90C6648-31B5-53D9-76E2-078E69DD6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991" y="984684"/>
            <a:ext cx="9002017" cy="5126777"/>
          </a:xfrm>
        </p:spPr>
      </p:pic>
    </p:spTree>
    <p:extLst>
      <p:ext uri="{BB962C8B-B14F-4D97-AF65-F5344CB8AC3E}">
        <p14:creationId xmlns:p14="http://schemas.microsoft.com/office/powerpoint/2010/main" val="379460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657901"/>
            <a:ext cx="10363200" cy="816863"/>
          </a:xfrm>
        </p:spPr>
        <p:txBody>
          <a:bodyPr/>
          <a:lstStyle/>
          <a:p>
            <a:r>
              <a:rPr lang="en-US"/>
              <a:t>It22600448 | Reshmi m g </a:t>
            </a:r>
            <a:r>
              <a:rPr lang="en-US" err="1"/>
              <a:t>g</a:t>
            </a:r>
            <a:r>
              <a:rPr lang="en-US"/>
              <a:t> 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5212080"/>
            <a:ext cx="10363200" cy="525368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Specialization : Information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87817" y="6496051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IT22600448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Reshmi M.G.G.K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25-26J-368</a:t>
            </a:r>
          </a:p>
        </p:txBody>
      </p:sp>
      <p:pic>
        <p:nvPicPr>
          <p:cNvPr id="3" name="Picture 2" descr="A person with long black hair">
            <a:extLst>
              <a:ext uri="{FF2B5EF4-FFF2-40B4-BE49-F238E27FC236}">
                <a16:creationId xmlns:a16="http://schemas.microsoft.com/office/drawing/2014/main" id="{DF5DD2A7-DB26-F531-754A-471AC2E3A4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 t="9" r="3181" b="-42"/>
          <a:stretch/>
        </p:blipFill>
        <p:spPr>
          <a:xfrm>
            <a:off x="10070451" y="140208"/>
            <a:ext cx="2060448" cy="2322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F5844C-A4EE-5BEE-2502-838903FF7DB7}"/>
              </a:ext>
            </a:extLst>
          </p:cNvPr>
          <p:cNvSpPr txBox="1"/>
          <p:nvPr/>
        </p:nvSpPr>
        <p:spPr>
          <a:xfrm>
            <a:off x="963084" y="1256003"/>
            <a:ext cx="91073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dobe Devanagari"/>
                <a:ea typeface="+mj-ea"/>
                <a:cs typeface="Times New Roman"/>
              </a:rPr>
              <a:t>EARLY VITAMIN DEFICIENCY WARNING SYSTEM BASED ON SYMPTOMS AND LONG-TERM MEDICATION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dobe Devanagari"/>
              <a:ea typeface="+mj-ea"/>
              <a:cs typeface="Adobe Devanagari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284048-6AD8-27A3-7CC9-EA0EE6979853}"/>
              </a:ext>
            </a:extLst>
          </p:cNvPr>
          <p:cNvGrpSpPr/>
          <p:nvPr/>
        </p:nvGrpSpPr>
        <p:grpSpPr>
          <a:xfrm>
            <a:off x="0" y="-1"/>
            <a:ext cx="11573481" cy="6131850"/>
            <a:chOff x="0" y="-1"/>
            <a:chExt cx="11573481" cy="6131850"/>
          </a:xfrm>
        </p:grpSpPr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0963BD8A-13AF-AA05-48F9-FCB538BC7685}"/>
                </a:ext>
              </a:extLst>
            </p:cNvPr>
            <p:cNvSpPr/>
            <p:nvPr/>
          </p:nvSpPr>
          <p:spPr>
            <a:xfrm>
              <a:off x="0" y="-1"/>
              <a:ext cx="2891908" cy="1727765"/>
            </a:xfrm>
            <a:prstGeom prst="halfFrame">
              <a:avLst>
                <a:gd name="adj1" fmla="val 36142"/>
                <a:gd name="adj2" fmla="val 33333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E97330E-954A-5564-C0DE-3930CB963EC0}"/>
                </a:ext>
              </a:extLst>
            </p:cNvPr>
            <p:cNvGrpSpPr/>
            <p:nvPr/>
          </p:nvGrpSpPr>
          <p:grpSpPr>
            <a:xfrm>
              <a:off x="9368879" y="4211402"/>
              <a:ext cx="2204602" cy="1920447"/>
              <a:chOff x="9368879" y="4211402"/>
              <a:chExt cx="2204602" cy="1920447"/>
            </a:xfrm>
          </p:grpSpPr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F7883A7D-D772-4DF8-DC4F-CB35E76A6B94}"/>
                  </a:ext>
                </a:extLst>
              </p:cNvPr>
              <p:cNvSpPr/>
              <p:nvPr/>
            </p:nvSpPr>
            <p:spPr>
              <a:xfrm>
                <a:off x="10446436" y="4368578"/>
                <a:ext cx="1127045" cy="115296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60A2D914-E1A8-3D96-CBFD-4A36BE471260}"/>
                  </a:ext>
                </a:extLst>
              </p:cNvPr>
              <p:cNvSpPr/>
              <p:nvPr/>
            </p:nvSpPr>
            <p:spPr>
              <a:xfrm>
                <a:off x="10066066" y="5454208"/>
                <a:ext cx="658021" cy="67764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DC63FCB4-0C76-CA45-0602-6956DF777C99}"/>
                  </a:ext>
                </a:extLst>
              </p:cNvPr>
              <p:cNvSpPr/>
              <p:nvPr/>
            </p:nvSpPr>
            <p:spPr>
              <a:xfrm>
                <a:off x="9368879" y="4678037"/>
                <a:ext cx="810703" cy="81414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  <p:sp>
            <p:nvSpPr>
              <p:cNvPr id="18" name="Flowchart: Connector 17">
                <a:extLst>
                  <a:ext uri="{FF2B5EF4-FFF2-40B4-BE49-F238E27FC236}">
                    <a16:creationId xmlns:a16="http://schemas.microsoft.com/office/drawing/2014/main" id="{F516CC92-23BF-6C12-7825-D68BCADBE775}"/>
                  </a:ext>
                </a:extLst>
              </p:cNvPr>
              <p:cNvSpPr/>
              <p:nvPr/>
            </p:nvSpPr>
            <p:spPr>
              <a:xfrm>
                <a:off x="10110704" y="4211402"/>
                <a:ext cx="335732" cy="338820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5778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3B372-2F7F-35D7-CF05-EA617A266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124" y="-529179"/>
            <a:ext cx="8597201" cy="1807305"/>
          </a:xfrm>
        </p:spPr>
        <p:txBody>
          <a:bodyPr>
            <a:normAutofit/>
          </a:bodyPr>
          <a:lstStyle/>
          <a:p>
            <a:r>
              <a:rPr lang="en-US" sz="4000" b="1"/>
              <a:t>Sub-Problem Overview (What &amp; Why</a:t>
            </a:r>
            <a:r>
              <a:rPr lang="en-US" sz="400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81BF-8D80-13C4-C3C6-66BF10DD8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03" y="977817"/>
            <a:ext cx="8024446" cy="3843666"/>
          </a:xfrm>
        </p:spPr>
        <p:txBody>
          <a:bodyPr>
            <a:noAutofit/>
          </a:bodyPr>
          <a:lstStyle/>
          <a:p>
            <a:r>
              <a:rPr lang="en-US" sz="2000" b="1"/>
              <a:t>Sub-Problem Identified</a:t>
            </a:r>
          </a:p>
          <a:p>
            <a:r>
              <a:rPr lang="en-US" sz="2000"/>
              <a:t>Geriatric patients often take </a:t>
            </a:r>
            <a:r>
              <a:rPr lang="en-US" sz="2000" b="1"/>
              <a:t>multiple medicines long-term</a:t>
            </a:r>
            <a:r>
              <a:rPr lang="en-US" sz="2000"/>
              <a:t> (polypharmacy)</a:t>
            </a:r>
          </a:p>
          <a:p>
            <a:r>
              <a:rPr lang="en-US" sz="2000"/>
              <a:t>Long-term medication use silently causes </a:t>
            </a:r>
            <a:r>
              <a:rPr lang="en-US" sz="2000" b="1"/>
              <a:t>vitamin depletion</a:t>
            </a:r>
            <a:endParaRPr lang="en-US" sz="2000"/>
          </a:p>
          <a:p>
            <a:r>
              <a:rPr lang="en-US" sz="2000"/>
              <a:t>Symptoms appear </a:t>
            </a:r>
            <a:r>
              <a:rPr lang="en-US" sz="2000" b="1"/>
              <a:t>gradually</a:t>
            </a:r>
            <a:r>
              <a:rPr lang="en-US" sz="2000"/>
              <a:t> and are often:</a:t>
            </a:r>
          </a:p>
          <a:p>
            <a:pPr lvl="1"/>
            <a:r>
              <a:rPr lang="en-US" sz="2000"/>
              <a:t>Ignored</a:t>
            </a:r>
          </a:p>
          <a:p>
            <a:pPr lvl="1"/>
            <a:r>
              <a:rPr lang="en-US" sz="2000"/>
              <a:t>Misattributed to aging</a:t>
            </a:r>
          </a:p>
          <a:p>
            <a:pPr lvl="1"/>
            <a:r>
              <a:rPr lang="en-US" sz="2000"/>
              <a:t>Treated late</a:t>
            </a:r>
          </a:p>
          <a:p>
            <a:r>
              <a:rPr lang="en-US" sz="2000" b="1" u="sng"/>
              <a:t>Why This Is a Real Issue</a:t>
            </a:r>
          </a:p>
          <a:p>
            <a:r>
              <a:rPr lang="en-US" sz="2000"/>
              <a:t>Doctors focus on </a:t>
            </a:r>
            <a:r>
              <a:rPr lang="en-US" sz="2000" b="1"/>
              <a:t>disease treatment</a:t>
            </a:r>
            <a:r>
              <a:rPr lang="en-US" sz="2000"/>
              <a:t>, not micronutrient loss</a:t>
            </a:r>
          </a:p>
          <a:p>
            <a:r>
              <a:rPr lang="en-US" sz="2000"/>
              <a:t>Patients rarely track:</a:t>
            </a:r>
          </a:p>
          <a:p>
            <a:pPr lvl="1"/>
            <a:r>
              <a:rPr lang="en-US" sz="2000"/>
              <a:t>Duration of medicine usage</a:t>
            </a:r>
          </a:p>
          <a:p>
            <a:pPr lvl="1"/>
            <a:r>
              <a:rPr lang="en-US" sz="2000"/>
              <a:t>Combined symptom patterns</a:t>
            </a:r>
          </a:p>
          <a:p>
            <a:r>
              <a:rPr lang="en-US" sz="2000"/>
              <a:t>Result → </a:t>
            </a:r>
            <a:r>
              <a:rPr lang="en-US" sz="2000" b="1"/>
              <a:t>Undetected vitamin deficiencies → poor quality of life</a:t>
            </a:r>
            <a:endParaRPr lang="en-US" sz="2000"/>
          </a:p>
          <a:p>
            <a:endParaRPr lang="en-US" sz="2000"/>
          </a:p>
        </p:txBody>
      </p:sp>
      <p:pic>
        <p:nvPicPr>
          <p:cNvPr id="34" name="Picture 33" descr="Capsules and pills inside a glass bowl">
            <a:extLst>
              <a:ext uri="{FF2B5EF4-FFF2-40B4-BE49-F238E27FC236}">
                <a16:creationId xmlns:a16="http://schemas.microsoft.com/office/drawing/2014/main" id="{57AA6912-F47D-1430-5270-44D44945D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790"/>
          <a:stretch>
            <a:fillRect/>
          </a:stretch>
        </p:blipFill>
        <p:spPr>
          <a:xfrm>
            <a:off x="7991475" y="10"/>
            <a:ext cx="4200526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7400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B25A5-DECE-4396-8CBC-EB14B7C4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568" y="-283875"/>
            <a:ext cx="8469086" cy="1322887"/>
          </a:xfrm>
        </p:spPr>
        <p:txBody>
          <a:bodyPr>
            <a:normAutofit/>
          </a:bodyPr>
          <a:lstStyle/>
          <a:p>
            <a:r>
              <a:rPr lang="en-US" sz="3400"/>
              <a:t>How the Solution Addresses the Sub-Problem</a:t>
            </a:r>
          </a:p>
        </p:txBody>
      </p:sp>
      <p:pic>
        <p:nvPicPr>
          <p:cNvPr id="5" name="Picture 4" descr="Capsules and pills inside a glass bowl">
            <a:extLst>
              <a:ext uri="{FF2B5EF4-FFF2-40B4-BE49-F238E27FC236}">
                <a16:creationId xmlns:a16="http://schemas.microsoft.com/office/drawing/2014/main" id="{A83D0ADF-295C-3CE7-B0E1-E2B6FF11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925" b="1"/>
          <a:stretch>
            <a:fillRect/>
          </a:stretch>
        </p:blipFill>
        <p:spPr>
          <a:xfrm>
            <a:off x="674427" y="755136"/>
            <a:ext cx="3720152" cy="53578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12DC-1D51-443A-B83C-976A2B294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886" y="1474707"/>
            <a:ext cx="6982105" cy="3908585"/>
          </a:xfrm>
        </p:spPr>
        <p:txBody>
          <a:bodyPr>
            <a:noAutofit/>
          </a:bodyPr>
          <a:lstStyle/>
          <a:p>
            <a:r>
              <a:rPr lang="en-US" sz="2000" b="1"/>
              <a:t>What the Solution Does</a:t>
            </a:r>
          </a:p>
          <a:p>
            <a:r>
              <a:rPr lang="en-US" sz="2000"/>
              <a:t>Detects </a:t>
            </a:r>
            <a:r>
              <a:rPr lang="en-US" sz="2000" b="1"/>
              <a:t>possible vitamin deficiencies</a:t>
            </a:r>
            <a:r>
              <a:rPr lang="en-US" sz="2000"/>
              <a:t> using:</a:t>
            </a:r>
          </a:p>
          <a:p>
            <a:pPr lvl="1"/>
            <a:r>
              <a:rPr lang="en-US" sz="2000"/>
              <a:t>Reported </a:t>
            </a:r>
            <a:r>
              <a:rPr lang="en-US" sz="2000" b="1"/>
              <a:t>symptoms</a:t>
            </a:r>
            <a:endParaRPr lang="en-US" sz="2000"/>
          </a:p>
          <a:p>
            <a:pPr lvl="1"/>
            <a:r>
              <a:rPr lang="en-US" sz="2000" b="1"/>
              <a:t>Long-term medication history</a:t>
            </a:r>
            <a:endParaRPr lang="en-US" sz="2000"/>
          </a:p>
          <a:p>
            <a:r>
              <a:rPr lang="en-US" sz="2000"/>
              <a:t>Works as an </a:t>
            </a:r>
            <a:r>
              <a:rPr lang="en-US" sz="2000" b="1"/>
              <a:t>early warning system</a:t>
            </a:r>
            <a:r>
              <a:rPr lang="en-US" sz="2000"/>
              <a:t>, not a diagnosis tool</a:t>
            </a:r>
          </a:p>
          <a:p>
            <a:r>
              <a:rPr lang="en-US" sz="2000" b="1"/>
              <a:t>How It Solves the Problem</a:t>
            </a:r>
          </a:p>
          <a:p>
            <a:r>
              <a:rPr lang="en-US" sz="2000"/>
              <a:t>Connects </a:t>
            </a:r>
            <a:r>
              <a:rPr lang="en-US" sz="2000" b="1"/>
              <a:t>medicine–vitamin interaction knowledge</a:t>
            </a:r>
            <a:r>
              <a:rPr lang="en-US" sz="2000"/>
              <a:t> with real patient data</a:t>
            </a:r>
          </a:p>
          <a:p>
            <a:r>
              <a:rPr lang="en-US" sz="2000"/>
              <a:t>Identifies </a:t>
            </a:r>
            <a:r>
              <a:rPr lang="en-US" sz="2000" b="1"/>
              <a:t>hidden links</a:t>
            </a:r>
            <a:r>
              <a:rPr lang="en-US" sz="2000"/>
              <a:t> between:</a:t>
            </a:r>
          </a:p>
          <a:p>
            <a:pPr lvl="1"/>
            <a:r>
              <a:rPr lang="en-US" sz="2000"/>
              <a:t>Medicine duration</a:t>
            </a:r>
          </a:p>
          <a:p>
            <a:pPr lvl="1"/>
            <a:r>
              <a:rPr lang="en-US" sz="2000"/>
              <a:t>Symptom clusters</a:t>
            </a:r>
          </a:p>
          <a:p>
            <a:pPr lvl="1"/>
            <a:r>
              <a:rPr lang="en-US" sz="2000"/>
              <a:t>Likely vitamin deficiencies</a:t>
            </a:r>
          </a:p>
          <a:p>
            <a:r>
              <a:rPr lang="en-US" sz="2000"/>
              <a:t>Gives patients and clinicians </a:t>
            </a:r>
            <a:r>
              <a:rPr lang="en-US" sz="2000" b="1"/>
              <a:t>actionable insights early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5962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C9ECA-CDD1-AAB9-5F45-FD0DFCF4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User Requirements → Solution Mapping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9E1AA9DB-0FC3-BE0F-59BA-6EAA7E623D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94146-DFD8-5C03-B3EA-B63142525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151668"/>
              </p:ext>
            </p:extLst>
          </p:nvPr>
        </p:nvGraphicFramePr>
        <p:xfrm>
          <a:off x="703182" y="695813"/>
          <a:ext cx="4777382" cy="5296634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303180">
                  <a:extLst>
                    <a:ext uri="{9D8B030D-6E8A-4147-A177-3AD203B41FA5}">
                      <a16:colId xmlns:a16="http://schemas.microsoft.com/office/drawing/2014/main" val="3504321830"/>
                    </a:ext>
                  </a:extLst>
                </a:gridCol>
                <a:gridCol w="2474202">
                  <a:extLst>
                    <a:ext uri="{9D8B030D-6E8A-4147-A177-3AD203B41FA5}">
                      <a16:colId xmlns:a16="http://schemas.microsoft.com/office/drawing/2014/main" val="2036806328"/>
                    </a:ext>
                  </a:extLst>
                </a:gridCol>
              </a:tblGrid>
              <a:tr h="7566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User Need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How the System Addresses It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01925"/>
                  </a:ext>
                </a:extLst>
              </a:tr>
              <a:tr h="7566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Easy symptom reporting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Emoji-based symptom selection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228651"/>
                  </a:ext>
                </a:extLst>
              </a:tr>
              <a:tr h="7566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Track long-term medicine use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Duration input (months / years)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296443"/>
                  </a:ext>
                </a:extLst>
              </a:tr>
              <a:tr h="7566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Avoid medical jargon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Clear vitamin names + effects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5"/>
                  </a:ext>
                </a:extLst>
              </a:tr>
              <a:tr h="10065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Early detection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AI-based prediction before severe deficiency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610997"/>
                  </a:ext>
                </a:extLst>
              </a:tr>
              <a:tr h="5068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Non-invasive &amp; safe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 lab tests required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12833"/>
                  </a:ext>
                </a:extLst>
              </a:tr>
              <a:tr h="7566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Works with multiple medicines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Designed specifically for polypharmacy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98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46863-7C05-934D-ACB3-DE15DC59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479493"/>
            <a:ext cx="10596716" cy="1325563"/>
          </a:xfrm>
        </p:spPr>
        <p:txBody>
          <a:bodyPr>
            <a:normAutofit/>
          </a:bodyPr>
          <a:lstStyle/>
          <a:p>
            <a:r>
              <a:rPr lang="en-US" b="1"/>
              <a:t>Design Excellence &amp; Contribution (WHAT)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Colorful pills stacked to make a bar graph">
            <a:extLst>
              <a:ext uri="{FF2B5EF4-FFF2-40B4-BE49-F238E27FC236}">
                <a16:creationId xmlns:a16="http://schemas.microsoft.com/office/drawing/2014/main" id="{36158A8B-98BE-985A-1138-D80E8D3F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74" r="4498"/>
          <a:stretch>
            <a:fillRect/>
          </a:stretch>
        </p:blipFill>
        <p:spPr>
          <a:xfrm>
            <a:off x="193659" y="2304712"/>
            <a:ext cx="4262109" cy="407379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DCB1F-1458-F564-9968-DF196CCFF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813" y="1543665"/>
            <a:ext cx="7337330" cy="4633298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/>
              <a:t>Core Model Contribution</a:t>
            </a:r>
          </a:p>
          <a:p>
            <a:r>
              <a:rPr lang="en-US" sz="2400"/>
              <a:t>The problem was confirmed as </a:t>
            </a:r>
            <a:r>
              <a:rPr lang="en-US" sz="2400" b="1"/>
              <a:t>multi-label classification </a:t>
            </a:r>
          </a:p>
          <a:p>
            <a:r>
              <a:rPr lang="en-US" sz="2400"/>
              <a:t>component introduces a </a:t>
            </a:r>
            <a:r>
              <a:rPr lang="en-US" sz="2400" b="1"/>
              <a:t>hybrid prediction model</a:t>
            </a:r>
            <a:r>
              <a:rPr lang="en-US" sz="2400"/>
              <a:t> that combines:</a:t>
            </a:r>
          </a:p>
          <a:p>
            <a:pPr lvl="1"/>
            <a:r>
              <a:rPr lang="en-US" b="1"/>
              <a:t>Symptom-based inference</a:t>
            </a:r>
            <a:endParaRPr lang="en-US"/>
          </a:p>
          <a:p>
            <a:pPr lvl="1"/>
            <a:r>
              <a:rPr lang="en-US" b="1"/>
              <a:t>Long-term medication impact analysis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 sz="2400" b="1"/>
              <a:t>Model Inputs</a:t>
            </a:r>
          </a:p>
          <a:p>
            <a:pPr lvl="1"/>
            <a:r>
              <a:rPr lang="en-US"/>
              <a:t>Selected symptoms (multi-label)</a:t>
            </a:r>
          </a:p>
          <a:p>
            <a:pPr lvl="1"/>
            <a:r>
              <a:rPr lang="en-US"/>
              <a:t>Medication names</a:t>
            </a:r>
          </a:p>
          <a:p>
            <a:pPr lvl="1"/>
            <a:r>
              <a:rPr lang="en-US"/>
              <a:t>Medication duration (time-aware feature)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 sz="2400" b="1"/>
              <a:t>Model Output</a:t>
            </a:r>
          </a:p>
          <a:p>
            <a:r>
              <a:rPr lang="en-US" sz="2400"/>
              <a:t>Predicted vitamin deficiency classes</a:t>
            </a:r>
            <a:br>
              <a:rPr lang="en-US" sz="2400"/>
            </a:br>
            <a:r>
              <a:rPr lang="en-US" sz="2400" i="1"/>
              <a:t>(e.g., B12, D, Folate, Iron)</a:t>
            </a:r>
            <a:endParaRPr lang="en-US" sz="2400"/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54034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F51146-80D7-3FD8-220E-92283BB419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4378" r="40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B6941-A94D-DDD3-A13B-C95A607F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Design Excellence &amp; Contribution (HOW – Model Details)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EC51BE-FEA9-8A99-C384-777A3337CE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0392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8378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94418D-8BB7-E88A-986B-4A1B1DFF22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7721289"/>
              </p:ext>
            </p:extLst>
          </p:nvPr>
        </p:nvGraphicFramePr>
        <p:xfrm>
          <a:off x="391518" y="288485"/>
          <a:ext cx="6028333" cy="6122425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1221510">
                  <a:extLst>
                    <a:ext uri="{9D8B030D-6E8A-4147-A177-3AD203B41FA5}">
                      <a16:colId xmlns:a16="http://schemas.microsoft.com/office/drawing/2014/main" val="3178831596"/>
                    </a:ext>
                  </a:extLst>
                </a:gridCol>
                <a:gridCol w="1413681">
                  <a:extLst>
                    <a:ext uri="{9D8B030D-6E8A-4147-A177-3AD203B41FA5}">
                      <a16:colId xmlns:a16="http://schemas.microsoft.com/office/drawing/2014/main" val="301989324"/>
                    </a:ext>
                  </a:extLst>
                </a:gridCol>
                <a:gridCol w="939854">
                  <a:extLst>
                    <a:ext uri="{9D8B030D-6E8A-4147-A177-3AD203B41FA5}">
                      <a16:colId xmlns:a16="http://schemas.microsoft.com/office/drawing/2014/main" val="3940524574"/>
                    </a:ext>
                  </a:extLst>
                </a:gridCol>
                <a:gridCol w="1231778">
                  <a:extLst>
                    <a:ext uri="{9D8B030D-6E8A-4147-A177-3AD203B41FA5}">
                      <a16:colId xmlns:a16="http://schemas.microsoft.com/office/drawing/2014/main" val="3413836985"/>
                    </a:ext>
                  </a:extLst>
                </a:gridCol>
                <a:gridCol w="1221510">
                  <a:extLst>
                    <a:ext uri="{9D8B030D-6E8A-4147-A177-3AD203B41FA5}">
                      <a16:colId xmlns:a16="http://schemas.microsoft.com/office/drawing/2014/main" val="1911398097"/>
                    </a:ext>
                  </a:extLst>
                </a:gridCol>
              </a:tblGrid>
              <a:tr h="1181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92617" marR="148167" marT="148167" marB="148167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Feature Representation</a:t>
                      </a:r>
                    </a:p>
                  </a:txBody>
                  <a:tcPr marL="192617" marR="148167" marT="148167" marB="1481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Micro F1</a:t>
                      </a:r>
                    </a:p>
                  </a:txBody>
                  <a:tcPr marL="192617" marR="148167" marT="148167" marB="1481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Weighted F1</a:t>
                      </a:r>
                    </a:p>
                  </a:txBody>
                  <a:tcPr marL="192617" marR="148167" marT="148167" marB="1481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</a:rPr>
                        <a:t>Notes</a:t>
                      </a:r>
                    </a:p>
                  </a:txBody>
                  <a:tcPr marL="192617" marR="148167" marT="148167" marB="1481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16038"/>
                  </a:ext>
                </a:extLst>
              </a:tr>
              <a:tr h="1489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Logistic Regression (Baseline)</a:t>
                      </a:r>
                    </a:p>
                  </a:txBody>
                  <a:tcPr marL="192617" marR="148167" marT="148167" marB="14816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TF-IDF (1–2 grams)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0.90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0.91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Simple, interpretable baseline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256826"/>
                  </a:ext>
                </a:extLst>
              </a:tr>
              <a:tr h="1489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Linear SVM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TF-IDF (1–2 grams)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0.91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Improved handling of sparse text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779218"/>
                  </a:ext>
                </a:extLst>
              </a:tr>
              <a:tr h="1796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Final SVM (Cleaned + Semi-supervised)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2617" marR="148167" marT="148167" marB="14816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TF-IDF (1–2 grams)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Best overall performance</a:t>
                      </a:r>
                    </a:p>
                  </a:txBody>
                  <a:tcPr marL="192617" marR="148167" marT="148167" marB="14816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1148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AB778F-DA5B-BEDF-2830-0316A236A6F6}"/>
              </a:ext>
            </a:extLst>
          </p:cNvPr>
          <p:cNvSpPr txBox="1"/>
          <p:nvPr/>
        </p:nvSpPr>
        <p:spPr>
          <a:xfrm>
            <a:off x="7015195" y="3488862"/>
            <a:ext cx="430141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Best model choices (ranked for the case):</a:t>
            </a:r>
          </a:p>
          <a:p>
            <a:endParaRPr lang="en-US"/>
          </a:p>
          <a:p>
            <a:pPr marL="342900" indent="-342900">
              <a:buAutoNum type="arabicPeriod"/>
            </a:pPr>
            <a:r>
              <a:rPr lang="en-US" sz="1400" b="1"/>
              <a:t>Logistic Regression (TF-IDF) — baseline</a:t>
            </a:r>
            <a:endParaRPr lang="en-US" sz="1400"/>
          </a:p>
          <a:p>
            <a:r>
              <a:rPr lang="en-US" sz="1400" b="1"/>
              <a:t>2. SVM (TF-IDF) — better accuracy, great for small datasets</a:t>
            </a:r>
            <a:endParaRPr lang="en-US" sz="1400"/>
          </a:p>
          <a:p>
            <a:r>
              <a:rPr lang="en-US" sz="1400" b="1"/>
              <a:t>3. </a:t>
            </a:r>
            <a:r>
              <a:rPr lang="en-US" sz="1400" b="1" err="1"/>
              <a:t>XGBoost</a:t>
            </a:r>
            <a:r>
              <a:rPr lang="en-US" sz="1400" b="1"/>
              <a:t> (TF-IDF features)</a:t>
            </a:r>
            <a:endParaRPr lang="en-US" sz="1400"/>
          </a:p>
          <a:p>
            <a:r>
              <a:rPr lang="en-US" sz="1400" b="1"/>
              <a:t>4. </a:t>
            </a:r>
            <a:r>
              <a:rPr lang="en-US" sz="1400" b="1" err="1"/>
              <a:t>DistilBERT</a:t>
            </a:r>
            <a:r>
              <a:rPr lang="en-US" sz="1400" b="1"/>
              <a:t> / </a:t>
            </a:r>
            <a:r>
              <a:rPr lang="en-US" sz="1400" b="1" err="1"/>
              <a:t>BioBERT</a:t>
            </a:r>
            <a:r>
              <a:rPr lang="en-US" sz="1400" b="1"/>
              <a:t> (deep learning)</a:t>
            </a:r>
            <a:endParaRPr lang="en-US" sz="1400"/>
          </a:p>
          <a:p>
            <a:endParaRPr lang="en-US"/>
          </a:p>
        </p:txBody>
      </p:sp>
      <p:pic>
        <p:nvPicPr>
          <p:cNvPr id="7" name="Picture 6" descr="Capsules and pills inside a glass bowl">
            <a:extLst>
              <a:ext uri="{FF2B5EF4-FFF2-40B4-BE49-F238E27FC236}">
                <a16:creationId xmlns:a16="http://schemas.microsoft.com/office/drawing/2014/main" id="{11A3DAF6-ED04-524E-CF64-F83BC32AA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790"/>
          <a:stretch>
            <a:fillRect/>
          </a:stretch>
        </p:blipFill>
        <p:spPr>
          <a:xfrm>
            <a:off x="9901100" y="10"/>
            <a:ext cx="2523811" cy="3428995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00"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88796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5760E035-4110-8A14-6EFD-B78BC5C0E4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glow rad="279400">
              <a:schemeClr val="accent1">
                <a:alpha val="40000"/>
              </a:schemeClr>
            </a:glow>
            <a:outerShdw blurRad="1231900" dist="50800" dir="5400000" algn="ctr" rotWithShape="0">
              <a:srgbClr val="000000">
                <a:alpha val="43137"/>
              </a:srgbClr>
            </a:outerShdw>
            <a:reflection stA="99000" endPos="65000" dist="50800" dir="5400000" sy="-100000" algn="bl" rotWithShape="0"/>
          </a:effec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E7963-B325-B188-B25F-DD9FEE07F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User Feedback on Prototype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F3F9540A-C7F3-7E42-D8AA-2E72B5D19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34183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1873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alf Frame 18">
            <a:extLst>
              <a:ext uri="{FF2B5EF4-FFF2-40B4-BE49-F238E27FC236}">
                <a16:creationId xmlns:a16="http://schemas.microsoft.com/office/drawing/2014/main" id="{0963BD8A-13AF-AA05-48F9-FCB538BC7685}"/>
              </a:ext>
            </a:extLst>
          </p:cNvPr>
          <p:cNvSpPr/>
          <p:nvPr/>
        </p:nvSpPr>
        <p:spPr>
          <a:xfrm>
            <a:off x="0" y="-1"/>
            <a:ext cx="2891908" cy="1727765"/>
          </a:xfrm>
          <a:prstGeom prst="halfFrame">
            <a:avLst>
              <a:gd name="adj1" fmla="val 36142"/>
              <a:gd name="adj2" fmla="val 3333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657901"/>
            <a:ext cx="10363200" cy="816863"/>
          </a:xfrm>
        </p:spPr>
        <p:txBody>
          <a:bodyPr/>
          <a:lstStyle/>
          <a:p>
            <a:r>
              <a:rPr lang="pt-BR"/>
              <a:t>It22561084 | JEESARA k g 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5212080"/>
            <a:ext cx="10363200" cy="525368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Specialization : Information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6050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IT22561084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|   </a:t>
            </a:r>
            <a:r>
              <a:rPr lang="en-US" b="1">
                <a:solidFill>
                  <a:schemeClr val="tx1"/>
                </a:solidFill>
                <a:latin typeface="Cambria"/>
              </a:rPr>
              <a:t>Jeesara K G N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25-26J-368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5844C-A4EE-5BEE-2502-838903FF7DB7}"/>
              </a:ext>
            </a:extLst>
          </p:cNvPr>
          <p:cNvSpPr txBox="1"/>
          <p:nvPr/>
        </p:nvSpPr>
        <p:spPr>
          <a:xfrm>
            <a:off x="963085" y="1256003"/>
            <a:ext cx="88608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dobe Devanagari"/>
                <a:ea typeface="+mj-ea"/>
                <a:cs typeface="Times New Roman"/>
              </a:rPr>
              <a:t>PERSONALIZED MEAL PLAN RECOMMENDATION SYSTEM  FOR VITAMIN DEFICIENCY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7883A7D-D772-4DF8-DC4F-CB35E76A6B94}"/>
              </a:ext>
            </a:extLst>
          </p:cNvPr>
          <p:cNvSpPr/>
          <p:nvPr/>
        </p:nvSpPr>
        <p:spPr>
          <a:xfrm>
            <a:off x="10446436" y="4368578"/>
            <a:ext cx="1127045" cy="1152961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60A2D914-E1A8-3D96-CBFD-4A36BE471260}"/>
              </a:ext>
            </a:extLst>
          </p:cNvPr>
          <p:cNvSpPr/>
          <p:nvPr/>
        </p:nvSpPr>
        <p:spPr>
          <a:xfrm>
            <a:off x="10066066" y="5454208"/>
            <a:ext cx="658021" cy="677641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C63FCB4-0C76-CA45-0602-6956DF777C99}"/>
              </a:ext>
            </a:extLst>
          </p:cNvPr>
          <p:cNvSpPr/>
          <p:nvPr/>
        </p:nvSpPr>
        <p:spPr>
          <a:xfrm>
            <a:off x="9368879" y="4678037"/>
            <a:ext cx="810703" cy="814141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F516CC92-23BF-6C12-7825-D68BCADBE775}"/>
              </a:ext>
            </a:extLst>
          </p:cNvPr>
          <p:cNvSpPr/>
          <p:nvPr/>
        </p:nvSpPr>
        <p:spPr>
          <a:xfrm>
            <a:off x="10110704" y="4211402"/>
            <a:ext cx="335732" cy="338820"/>
          </a:xfrm>
          <a:prstGeom prst="flowChartConnector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2" name="Picture 1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DCABA761-4787-5969-73F2-7CF8B33076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1" r="1151" b="6023"/>
          <a:stretch/>
        </p:blipFill>
        <p:spPr>
          <a:xfrm>
            <a:off x="10106026" y="142875"/>
            <a:ext cx="2025649" cy="2349501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4203134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15886-7CE4-DE3E-24DD-5CEA5670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Component Overview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E1B6-BC1C-1E9C-F252-00715DF55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393361" cy="448627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This component is responsible for generating personalized meal plans for geriatric patients.</a:t>
            </a:r>
            <a:endParaRPr lang="en-US" sz="200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It uses patient information such as BMI, age, medical conditions, and vitamin deficiencies.</a:t>
            </a:r>
            <a:endParaRPr lang="en-US" sz="200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The component analyzes health data to recommend suitable meals and daily calorie intake.</a:t>
            </a:r>
            <a:endParaRPr lang="en-US" sz="200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It produces a structured weekly/Monthly meal plan that supports healthier dietary habits.</a:t>
            </a:r>
            <a:endParaRPr lang="en-US" sz="200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This module acts as a core decision-making component within the overall system</a:t>
            </a:r>
            <a:endParaRPr lang="en-US" sz="2000"/>
          </a:p>
          <a:p>
            <a:endParaRPr lang="en-US" sz="2000"/>
          </a:p>
        </p:txBody>
      </p:sp>
      <p:pic>
        <p:nvPicPr>
          <p:cNvPr id="1030" name="Picture 6" descr="a plate of food">
            <a:extLst>
              <a:ext uri="{FF2B5EF4-FFF2-40B4-BE49-F238E27FC236}">
                <a16:creationId xmlns:a16="http://schemas.microsoft.com/office/drawing/2014/main" id="{9794BF96-E6A5-B6C5-9250-4ED2F4AA0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095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A4B98-ACBC-029A-8118-545858D7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B5A8-4517-581F-B910-D045361DC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10641"/>
            <a:ext cx="6360160" cy="446024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How the solution addresses the sub-problem / prototype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This component focuses on generating a personalized meal plan based on patient health data.</a:t>
            </a:r>
          </a:p>
          <a:p>
            <a:r>
              <a:rPr lang="en-US" sz="1800">
                <a:solidFill>
                  <a:schemeClr val="tx2"/>
                </a:solidFill>
              </a:rPr>
              <a:t>It analyzes BMI, medical conditions, and vitamin deficiencies to recommend suitable meals.</a:t>
            </a:r>
          </a:p>
          <a:p>
            <a:r>
              <a:rPr lang="en-US" sz="1800">
                <a:solidFill>
                  <a:schemeClr val="tx2"/>
                </a:solidFill>
              </a:rPr>
              <a:t>A prototype was developed to automatically generate weekly meal plans using backend logic.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User requirements addressed by the solution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Users need a personalized meal plan instead of a general diet.</a:t>
            </a:r>
          </a:p>
          <a:p>
            <a:r>
              <a:rPr lang="en-US" sz="1800">
                <a:solidFill>
                  <a:schemeClr val="tx2"/>
                </a:solidFill>
              </a:rPr>
              <a:t>The system provides health-based meal suggestions suitable for polypharmacy conditions.</a:t>
            </a:r>
          </a:p>
          <a:p>
            <a:r>
              <a:rPr lang="en-US" sz="1800">
                <a:solidFill>
                  <a:schemeClr val="tx2"/>
                </a:solidFill>
              </a:rPr>
              <a:t>Users can view daily calorie intake and meal details clearly.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Design excellence / contribution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Implemented a modular backend design separating logic and data handling.</a:t>
            </a:r>
          </a:p>
          <a:p>
            <a:r>
              <a:rPr lang="en-US" sz="1800">
                <a:solidFill>
                  <a:schemeClr val="tx2"/>
                </a:solidFill>
              </a:rPr>
              <a:t>Used optimization logic to balance calories, nutrients, and restrictions.</a:t>
            </a:r>
          </a:p>
          <a:p>
            <a:r>
              <a:rPr lang="en-US" sz="1800">
                <a:solidFill>
                  <a:schemeClr val="tx2"/>
                </a:solidFill>
              </a:rPr>
              <a:t>Designed an easy-to-understand output format for better user experience.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Fruit Bowl">
            <a:extLst>
              <a:ext uri="{FF2B5EF4-FFF2-40B4-BE49-F238E27FC236}">
                <a16:creationId xmlns:a16="http://schemas.microsoft.com/office/drawing/2014/main" id="{E991C367-3309-65EF-9473-56482011A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0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882B7-C973-D298-8785-685D85859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68" y="377528"/>
            <a:ext cx="6724252" cy="6609611"/>
          </a:xfrm>
        </p:spPr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u="sng">
                <a:solidFill>
                  <a:schemeClr val="tx2"/>
                </a:solidFill>
              </a:rPr>
              <a:t>User feedback on the prototype</a:t>
            </a:r>
            <a:endParaRPr lang="en-US" sz="2000" u="sng">
              <a:solidFill>
                <a:schemeClr val="tx2"/>
              </a:solidFill>
            </a:endParaRPr>
          </a:p>
          <a:p>
            <a:r>
              <a:rPr lang="en-US" sz="2000">
                <a:solidFill>
                  <a:schemeClr val="tx2"/>
                </a:solidFill>
              </a:rPr>
              <a:t>Users found the meal plan recommendations helpful and easy to understand.</a:t>
            </a:r>
          </a:p>
          <a:p>
            <a:r>
              <a:rPr lang="en-US" sz="2000">
                <a:solidFill>
                  <a:schemeClr val="tx2"/>
                </a:solidFill>
              </a:rPr>
              <a:t>The weekly plan view was appreciated for clarity and structure.</a:t>
            </a:r>
          </a:p>
          <a:p>
            <a:r>
              <a:rPr lang="en-US" sz="2000">
                <a:solidFill>
                  <a:schemeClr val="tx2"/>
                </a:solidFill>
              </a:rPr>
              <a:t>Patients liked seeing calorie values and meal breakdowns.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u="sng">
                <a:solidFill>
                  <a:schemeClr val="tx2"/>
                </a:solidFill>
              </a:rPr>
              <a:t>Improvements based on feedback</a:t>
            </a:r>
            <a:endParaRPr lang="en-US" sz="2000" u="sng">
              <a:solidFill>
                <a:schemeClr val="tx2"/>
              </a:solidFill>
            </a:endParaRPr>
          </a:p>
          <a:p>
            <a:r>
              <a:rPr lang="en-US" sz="2000">
                <a:solidFill>
                  <a:schemeClr val="tx2"/>
                </a:solidFill>
              </a:rPr>
              <a:t>Added an option to save selected meal plans.</a:t>
            </a:r>
          </a:p>
          <a:p>
            <a:r>
              <a:rPr lang="en-US" sz="2000">
                <a:solidFill>
                  <a:schemeClr val="tx2"/>
                </a:solidFill>
              </a:rPr>
              <a:t>Improved meal variety by increasing food dataset size.</a:t>
            </a:r>
          </a:p>
          <a:p>
            <a:r>
              <a:rPr lang="en-US" sz="2000">
                <a:solidFill>
                  <a:schemeClr val="tx2"/>
                </a:solidFill>
              </a:rPr>
              <a:t>Enhanced UI design for better readability and interaction.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u="sng">
                <a:solidFill>
                  <a:schemeClr val="tx2"/>
                </a:solidFill>
              </a:rPr>
              <a:t>Current status</a:t>
            </a:r>
            <a:endParaRPr lang="en-US" sz="2000" u="sng">
              <a:solidFill>
                <a:schemeClr val="tx2"/>
              </a:solidFill>
            </a:endParaRPr>
          </a:p>
          <a:p>
            <a:r>
              <a:rPr lang="en-US" sz="2000">
                <a:solidFill>
                  <a:schemeClr val="tx2"/>
                </a:solidFill>
              </a:rPr>
              <a:t>Prototype successfully generates personalized meal plans.</a:t>
            </a:r>
          </a:p>
          <a:p>
            <a:r>
              <a:rPr lang="en-US" sz="2000">
                <a:solidFill>
                  <a:schemeClr val="tx2"/>
                </a:solidFill>
              </a:rPr>
              <a:t>Component is integrated with the main system and backend database.</a:t>
            </a:r>
          </a:p>
          <a:p>
            <a:r>
              <a:rPr lang="en-US" sz="2000">
                <a:solidFill>
                  <a:schemeClr val="tx2"/>
                </a:solidFill>
              </a:rPr>
              <a:t>Ready for further testing and evaluation.</a:t>
            </a:r>
          </a:p>
          <a:p>
            <a:endParaRPr lang="en-US" sz="20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Board Room">
            <a:extLst>
              <a:ext uri="{FF2B5EF4-FFF2-40B4-BE49-F238E27FC236}">
                <a16:creationId xmlns:a16="http://schemas.microsoft.com/office/drawing/2014/main" id="{564DC427-CF2A-645A-4E2A-77CCC984C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0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1CC6-0E15-9404-F936-D3F3280E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E816B4-F3DF-08CF-66AF-CF50C369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657901"/>
            <a:ext cx="10363200" cy="816863"/>
          </a:xfrm>
        </p:spPr>
        <p:txBody>
          <a:bodyPr/>
          <a:lstStyle/>
          <a:p>
            <a:r>
              <a:rPr lang="en-US">
                <a:latin typeface="Adobe Devanagari"/>
              </a:rPr>
              <a:t>IT22591098 | JAYALATH J P R J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A993D1-7DD1-D490-9718-AF2D3D733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5212080"/>
            <a:ext cx="10363200" cy="525368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Specialization : Information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F970A-9E6F-6631-32C5-05C71E681EBE}"/>
              </a:ext>
            </a:extLst>
          </p:cNvPr>
          <p:cNvSpPr/>
          <p:nvPr/>
        </p:nvSpPr>
        <p:spPr>
          <a:xfrm>
            <a:off x="2632435" y="6496050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>
                <a:solidFill>
                  <a:schemeClr val="tx1"/>
                </a:solidFill>
              </a:rPr>
              <a:t>IT22591098</a:t>
            </a:r>
            <a:r>
              <a:rPr lang="en-US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</a:rPr>
              <a:t>Jayalath J.P.R.J   </a:t>
            </a:r>
            <a:r>
              <a:rPr lang="en-US">
                <a:solidFill>
                  <a:schemeClr val="tx1"/>
                </a:solidFill>
              </a:rPr>
              <a:t>|   25-26J-368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572539-A083-1BAF-D40A-6AE2A9DEB3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3" r="5643"/>
          <a:stretch/>
        </p:blipFill>
        <p:spPr>
          <a:xfrm>
            <a:off x="10070451" y="140208"/>
            <a:ext cx="2060448" cy="2322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3A234A-A697-B556-5412-22C436A2F8F2}"/>
              </a:ext>
            </a:extLst>
          </p:cNvPr>
          <p:cNvSpPr txBox="1"/>
          <p:nvPr/>
        </p:nvSpPr>
        <p:spPr>
          <a:xfrm>
            <a:off x="963084" y="1256003"/>
            <a:ext cx="91073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4000" b="1">
                <a:latin typeface="Adobe Devanagari"/>
              </a:rPr>
              <a:t>POLYPHARMACY RISK SCORE </a:t>
            </a:r>
          </a:p>
          <a:p>
            <a:pPr lvl="0">
              <a:spcBef>
                <a:spcPct val="0"/>
              </a:spcBef>
              <a:defRPr/>
            </a:pPr>
            <a:r>
              <a:rPr lang="en-US" sz="4000" b="1">
                <a:latin typeface="Adobe Devanagari"/>
              </a:rPr>
              <a:t>SYSTEM BASED ON DRUG </a:t>
            </a:r>
          </a:p>
          <a:p>
            <a:pPr lvl="0">
              <a:spcBef>
                <a:spcPct val="0"/>
              </a:spcBef>
              <a:defRPr/>
            </a:pPr>
            <a:r>
              <a:rPr lang="en-US" sz="4000" b="1">
                <a:latin typeface="Adobe Devanagari"/>
              </a:rPr>
              <a:t>INTERACTION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35BF29-94A0-5C5F-838C-7BD2A5A66361}"/>
              </a:ext>
            </a:extLst>
          </p:cNvPr>
          <p:cNvGrpSpPr/>
          <p:nvPr/>
        </p:nvGrpSpPr>
        <p:grpSpPr>
          <a:xfrm>
            <a:off x="0" y="-1"/>
            <a:ext cx="11573481" cy="6131850"/>
            <a:chOff x="0" y="-1"/>
            <a:chExt cx="11573481" cy="6131850"/>
          </a:xfrm>
        </p:grpSpPr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0D46ECA3-745A-50CA-5CB0-74997B85B661}"/>
                </a:ext>
              </a:extLst>
            </p:cNvPr>
            <p:cNvSpPr/>
            <p:nvPr/>
          </p:nvSpPr>
          <p:spPr>
            <a:xfrm>
              <a:off x="0" y="-1"/>
              <a:ext cx="2891908" cy="1727765"/>
            </a:xfrm>
            <a:prstGeom prst="halfFrame">
              <a:avLst>
                <a:gd name="adj1" fmla="val 36142"/>
                <a:gd name="adj2" fmla="val 33333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5E7E1B6-7788-3870-D537-D20A4E1A6EEC}"/>
                </a:ext>
              </a:extLst>
            </p:cNvPr>
            <p:cNvGrpSpPr/>
            <p:nvPr/>
          </p:nvGrpSpPr>
          <p:grpSpPr>
            <a:xfrm>
              <a:off x="9368879" y="4211402"/>
              <a:ext cx="2204602" cy="1920447"/>
              <a:chOff x="9368879" y="4211402"/>
              <a:chExt cx="2204602" cy="1920447"/>
            </a:xfrm>
          </p:grpSpPr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1ED4805F-D0A6-2367-CF2E-19450F956B18}"/>
                  </a:ext>
                </a:extLst>
              </p:cNvPr>
              <p:cNvSpPr/>
              <p:nvPr/>
            </p:nvSpPr>
            <p:spPr>
              <a:xfrm>
                <a:off x="10446436" y="4368578"/>
                <a:ext cx="1127045" cy="115296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solidFill>
                      <a:prstClr val="white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Cambria"/>
                  <a:ea typeface="+mn-ea"/>
                  <a:cs typeface="+mn-cs"/>
                </a:endParaRPr>
              </a:p>
            </p:txBody>
          </p:sp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8F32A806-06EE-4F36-18FB-DA36317222AD}"/>
                  </a:ext>
                </a:extLst>
              </p:cNvPr>
              <p:cNvSpPr/>
              <p:nvPr/>
            </p:nvSpPr>
            <p:spPr>
              <a:xfrm>
                <a:off x="10066066" y="5454208"/>
                <a:ext cx="658021" cy="67764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solidFill>
                      <a:prstClr val="white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Cambria"/>
                  <a:ea typeface="+mn-ea"/>
                  <a:cs typeface="+mn-cs"/>
                </a:endParaRPr>
              </a:p>
            </p:txBody>
          </p:sp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5FD30ADB-116D-976F-CCC1-C6A35EC8CBCB}"/>
                  </a:ext>
                </a:extLst>
              </p:cNvPr>
              <p:cNvSpPr/>
              <p:nvPr/>
            </p:nvSpPr>
            <p:spPr>
              <a:xfrm>
                <a:off x="9368879" y="4678037"/>
                <a:ext cx="810703" cy="81414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solidFill>
                      <a:prstClr val="white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Cambria"/>
                  <a:ea typeface="+mn-ea"/>
                  <a:cs typeface="+mn-cs"/>
                </a:endParaRPr>
              </a:p>
            </p:txBody>
          </p:sp>
          <p:sp>
            <p:nvSpPr>
              <p:cNvPr id="18" name="Flowchart: Connector 17">
                <a:extLst>
                  <a:ext uri="{FF2B5EF4-FFF2-40B4-BE49-F238E27FC236}">
                    <a16:creationId xmlns:a16="http://schemas.microsoft.com/office/drawing/2014/main" id="{1A5EBE01-CD1F-2896-2648-3F7844B11461}"/>
                  </a:ext>
                </a:extLst>
              </p:cNvPr>
              <p:cNvSpPr/>
              <p:nvPr/>
            </p:nvSpPr>
            <p:spPr>
              <a:xfrm>
                <a:off x="10110704" y="4211402"/>
                <a:ext cx="335732" cy="338820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solidFill>
                      <a:prstClr val="white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Cambria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6037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80C49-52D8-9D78-B8FC-4048EF3C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3659A-C37B-9425-F2DE-B3586F9A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08" r="896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5361E-975C-0158-56F1-03DA95A3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767" y="1008577"/>
            <a:ext cx="5464968" cy="851615"/>
          </a:xfrm>
        </p:spPr>
        <p:txBody>
          <a:bodyPr>
            <a:normAutofit fontScale="90000"/>
          </a:bodyPr>
          <a:lstStyle/>
          <a:p>
            <a:r>
              <a:rPr lang="en-US" sz="4000" b="1">
                <a:latin typeface="Fredoka"/>
                <a:ea typeface="Fredoka"/>
                <a:cs typeface="Fredoka"/>
                <a:sym typeface="Fredoka"/>
              </a:rPr>
              <a:t>Component Overview</a:t>
            </a:r>
            <a:br>
              <a:rPr lang="en-US" sz="4000">
                <a:latin typeface="Fredoka"/>
                <a:ea typeface="Fredoka"/>
                <a:cs typeface="Fredoka"/>
                <a:sym typeface="Fredoka"/>
              </a:rPr>
            </a:br>
            <a:endParaRPr lang="en-US" sz="400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68418CD8-ABE9-AB17-1148-AAC780CF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598" y="1662985"/>
            <a:ext cx="6477000" cy="519501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2000"/>
          </a:p>
          <a:p>
            <a:r>
              <a:rPr lang="en-US" sz="2400"/>
              <a:t>Analyzes polypharmacy risk in elderly patients by evaluating multiple concurrent medications at a time .</a:t>
            </a:r>
          </a:p>
          <a:p>
            <a:r>
              <a:rPr lang="en-US" sz="2400"/>
              <a:t>Identifies and classifies drug–drug interactions based on clinical severity and impact.</a:t>
            </a:r>
          </a:p>
          <a:p>
            <a:r>
              <a:rPr lang="en-US" sz="2000" b="1"/>
              <a:t>Computes a dynamic, patient-specific polypharmacy risk score system using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/>
              <a:t> Age &gt; 65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/>
              <a:t>drug count &gt; 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/>
              <a:t>Drug interaction Severity Level  (</a:t>
            </a:r>
            <a:r>
              <a:rPr lang="en-US" sz="2000" b="1" err="1"/>
              <a:t>Major,Moderate,Minor</a:t>
            </a:r>
            <a:r>
              <a:rPr lang="en-US" sz="2000" b="1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/>
              <a:t>kidney function and liver function stages.</a:t>
            </a:r>
          </a:p>
          <a:p>
            <a:r>
              <a:rPr lang="en-US" sz="2400"/>
              <a:t>Supports safer and more informed clinical decision-making to reduce adverse drug events and </a:t>
            </a:r>
            <a:r>
              <a:rPr lang="en-US" sz="2400" b="1"/>
              <a:t>improve patient safety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121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2B5D7-E614-4C50-AF5B-9272585A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06"/>
          <a:stretch>
            <a:fillRect/>
          </a:stretch>
        </p:blipFill>
        <p:spPr>
          <a:xfrm>
            <a:off x="42014" y="412743"/>
            <a:ext cx="5876143" cy="60710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377B68-8FC7-44D3-B686-0492862E6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2595" y="674558"/>
            <a:ext cx="6231826" cy="55473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/>
              <a:t>How the solution addresses the sub-problem / prototype</a:t>
            </a:r>
            <a:endParaRPr lang="en-US" sz="2000"/>
          </a:p>
          <a:p>
            <a:r>
              <a:rPr lang="en-US" sz="2000"/>
              <a:t>Calculate risk using expert knowledge for Analyzes polypharmacy risk in elderly patients.</a:t>
            </a:r>
          </a:p>
          <a:p>
            <a:r>
              <a:rPr lang="en-US" sz="2000"/>
              <a:t>Detects drug–drug interactions with severity levels (Major, Moderate, Minor).</a:t>
            </a:r>
          </a:p>
          <a:p>
            <a:r>
              <a:rPr lang="en-US" sz="2000"/>
              <a:t>Calculates a dynamic risk score using age, drug count, liver and kidney function.</a:t>
            </a:r>
          </a:p>
          <a:p>
            <a:r>
              <a:rPr lang="en-US" sz="2000"/>
              <a:t>Provides more accurate and personalized results compared to traditional static systems.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 b="1"/>
              <a:t>User requirements addressed by the solution</a:t>
            </a:r>
            <a:endParaRPr lang="en-US" sz="2000"/>
          </a:p>
          <a:p>
            <a:r>
              <a:rPr lang="en-US" sz="2000"/>
              <a:t>Easy input of multiple drugs with auto-suggestions .</a:t>
            </a:r>
          </a:p>
          <a:p>
            <a:r>
              <a:rPr lang="en-US" sz="2000"/>
              <a:t>Clear and understandable risk levels (Low, Moderate, High, Very High).</a:t>
            </a:r>
          </a:p>
          <a:p>
            <a:r>
              <a:rPr lang="en-US" sz="2000"/>
              <a:t>Fast, real-time analysis for clinical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429118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349973-FA5C-292F-38DC-E83CDB9857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205" b="15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B18E32-9C2F-0623-D085-7F63814D8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39056"/>
            <a:ext cx="6360160" cy="3852472"/>
          </a:xfrm>
        </p:spPr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F4054B95-DB20-4306-EFF4-469E487629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43717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1327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657901"/>
            <a:ext cx="10363200" cy="816863"/>
          </a:xfrm>
        </p:spPr>
        <p:txBody>
          <a:bodyPr/>
          <a:lstStyle/>
          <a:p>
            <a:r>
              <a:rPr lang="en-US"/>
              <a:t>It22600516 | Tharaka B W 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5212080"/>
            <a:ext cx="10363200" cy="525368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Specialization : Information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6050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IT22600516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Tharaka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B.W.P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25-26J-368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5844C-A4EE-5BEE-2502-838903FF7DB7}"/>
              </a:ext>
            </a:extLst>
          </p:cNvPr>
          <p:cNvSpPr txBox="1"/>
          <p:nvPr/>
        </p:nvSpPr>
        <p:spPr>
          <a:xfrm>
            <a:off x="963084" y="1256003"/>
            <a:ext cx="102260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dobe Devanagari"/>
                <a:ea typeface="+mj-ea"/>
                <a:cs typeface="Times New Roman"/>
              </a:rPr>
              <a:t>PERSONALIZED MENTAL HEALTH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dobe Devanagari"/>
                <a:ea typeface="+mj-ea"/>
                <a:cs typeface="Times New Roman"/>
              </a:rPr>
              <a:t>AND LIFESTYLE ADVISORY SYSTEM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dobe Devanagari"/>
                <a:ea typeface="+mj-ea"/>
                <a:cs typeface="Times New Roman"/>
              </a:rPr>
              <a:t>FOR GERIATRIC PATIENTS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dobe Devanagari"/>
              <a:ea typeface="+mj-ea"/>
              <a:cs typeface="Adobe Devanagari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284048-6AD8-27A3-7CC9-EA0EE6979853}"/>
              </a:ext>
            </a:extLst>
          </p:cNvPr>
          <p:cNvGrpSpPr/>
          <p:nvPr/>
        </p:nvGrpSpPr>
        <p:grpSpPr>
          <a:xfrm>
            <a:off x="0" y="-1"/>
            <a:ext cx="11573481" cy="6131850"/>
            <a:chOff x="0" y="-1"/>
            <a:chExt cx="11573481" cy="6131850"/>
          </a:xfrm>
        </p:grpSpPr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0963BD8A-13AF-AA05-48F9-FCB538BC7685}"/>
                </a:ext>
              </a:extLst>
            </p:cNvPr>
            <p:cNvSpPr/>
            <p:nvPr/>
          </p:nvSpPr>
          <p:spPr>
            <a:xfrm>
              <a:off x="0" y="-1"/>
              <a:ext cx="2891908" cy="1727765"/>
            </a:xfrm>
            <a:prstGeom prst="halfFrame">
              <a:avLst>
                <a:gd name="adj1" fmla="val 36142"/>
                <a:gd name="adj2" fmla="val 33333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E97330E-954A-5564-C0DE-3930CB963EC0}"/>
                </a:ext>
              </a:extLst>
            </p:cNvPr>
            <p:cNvGrpSpPr/>
            <p:nvPr/>
          </p:nvGrpSpPr>
          <p:grpSpPr>
            <a:xfrm>
              <a:off x="9368879" y="4211402"/>
              <a:ext cx="2204602" cy="1920447"/>
              <a:chOff x="9368879" y="4211402"/>
              <a:chExt cx="2204602" cy="1920447"/>
            </a:xfrm>
          </p:grpSpPr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F7883A7D-D772-4DF8-DC4F-CB35E76A6B94}"/>
                  </a:ext>
                </a:extLst>
              </p:cNvPr>
              <p:cNvSpPr/>
              <p:nvPr/>
            </p:nvSpPr>
            <p:spPr>
              <a:xfrm>
                <a:off x="10446436" y="4368578"/>
                <a:ext cx="1127045" cy="115296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60A2D914-E1A8-3D96-CBFD-4A36BE471260}"/>
                  </a:ext>
                </a:extLst>
              </p:cNvPr>
              <p:cNvSpPr/>
              <p:nvPr/>
            </p:nvSpPr>
            <p:spPr>
              <a:xfrm>
                <a:off x="10066066" y="5454208"/>
                <a:ext cx="658021" cy="67764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DC63FCB4-0C76-CA45-0602-6956DF777C99}"/>
                  </a:ext>
                </a:extLst>
              </p:cNvPr>
              <p:cNvSpPr/>
              <p:nvPr/>
            </p:nvSpPr>
            <p:spPr>
              <a:xfrm>
                <a:off x="9368879" y="4678037"/>
                <a:ext cx="810703" cy="814141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  <p:sp>
            <p:nvSpPr>
              <p:cNvPr id="18" name="Flowchart: Connector 17">
                <a:extLst>
                  <a:ext uri="{FF2B5EF4-FFF2-40B4-BE49-F238E27FC236}">
                    <a16:creationId xmlns:a16="http://schemas.microsoft.com/office/drawing/2014/main" id="{F516CC92-23BF-6C12-7825-D68BCADBE775}"/>
                  </a:ext>
                </a:extLst>
              </p:cNvPr>
              <p:cNvSpPr/>
              <p:nvPr/>
            </p:nvSpPr>
            <p:spPr>
              <a:xfrm>
                <a:off x="10110704" y="4211402"/>
                <a:ext cx="335732" cy="338820"/>
              </a:xfrm>
              <a:prstGeom prst="flowChartConnector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bg1"/>
                    </a:solidFill>
                  </a:ln>
                </a:endParaRPr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79C63E3-A324-5A8C-6F90-BB53D9D1C1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4" t="2084" r="9485" b="9100"/>
          <a:stretch/>
        </p:blipFill>
        <p:spPr>
          <a:xfrm>
            <a:off x="10064848" y="130175"/>
            <a:ext cx="2063906" cy="233045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54507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974E-A213-DAA5-0E1A-20EBEFD3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9+ Thousand Consultation Doctor Remotely Royalty-Free Images, Stock Photos  &amp; Pictures | Shutterstock">
            <a:extLst>
              <a:ext uri="{FF2B5EF4-FFF2-40B4-BE49-F238E27FC236}">
                <a16:creationId xmlns:a16="http://schemas.microsoft.com/office/drawing/2014/main" id="{5A671FA6-45FF-2CC4-AEC5-10DAE4EDB4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1" t="5579" r="12495" b="4970"/>
          <a:stretch/>
        </p:blipFill>
        <p:spPr bwMode="auto">
          <a:xfrm>
            <a:off x="8101782" y="129808"/>
            <a:ext cx="4090218" cy="470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5E3535CA-D04F-ACCA-6CD5-96FB6B0398FC}"/>
              </a:ext>
            </a:extLst>
          </p:cNvPr>
          <p:cNvSpPr/>
          <p:nvPr/>
        </p:nvSpPr>
        <p:spPr>
          <a:xfrm flipH="1">
            <a:off x="9543112" y="5743890"/>
            <a:ext cx="1963088" cy="428310"/>
          </a:xfrm>
          <a:custGeom>
            <a:avLst/>
            <a:gdLst/>
            <a:ahLst/>
            <a:cxnLst/>
            <a:rect l="l" t="t" r="r" b="b"/>
            <a:pathLst>
              <a:path w="2944632" h="642465">
                <a:moveTo>
                  <a:pt x="2944632" y="0"/>
                </a:moveTo>
                <a:lnTo>
                  <a:pt x="0" y="0"/>
                </a:lnTo>
                <a:lnTo>
                  <a:pt x="0" y="642465"/>
                </a:lnTo>
                <a:lnTo>
                  <a:pt x="2944632" y="642465"/>
                </a:lnTo>
                <a:lnTo>
                  <a:pt x="29446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 sz="120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3C293D6-BF45-4336-19D0-F22CD44A6493}"/>
              </a:ext>
            </a:extLst>
          </p:cNvPr>
          <p:cNvSpPr/>
          <p:nvPr/>
        </p:nvSpPr>
        <p:spPr>
          <a:xfrm>
            <a:off x="8947488" y="277779"/>
            <a:ext cx="400603" cy="408021"/>
          </a:xfrm>
          <a:custGeom>
            <a:avLst/>
            <a:gdLst/>
            <a:ahLst/>
            <a:cxnLst/>
            <a:rect l="l" t="t" r="r" b="b"/>
            <a:pathLst>
              <a:path w="600904" h="612032">
                <a:moveTo>
                  <a:pt x="0" y="0"/>
                </a:moveTo>
                <a:lnTo>
                  <a:pt x="600904" y="0"/>
                </a:lnTo>
                <a:lnTo>
                  <a:pt x="600904" y="612032"/>
                </a:lnTo>
                <a:lnTo>
                  <a:pt x="0" y="612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 sz="120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6E21BDA-0353-04C9-E071-DD49EBEDA2C1}"/>
              </a:ext>
            </a:extLst>
          </p:cNvPr>
          <p:cNvSpPr txBox="1"/>
          <p:nvPr/>
        </p:nvSpPr>
        <p:spPr>
          <a:xfrm>
            <a:off x="3221704" y="440816"/>
            <a:ext cx="5926085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5"/>
              </a:lnSpc>
            </a:pPr>
            <a:r>
              <a:rPr lang="en-US" sz="3986" b="1">
                <a:solidFill>
                  <a:schemeClr val="accent1">
                    <a:lumMod val="50000"/>
                  </a:schemeClr>
                </a:solidFill>
                <a:latin typeface="Fredoka"/>
                <a:ea typeface="Fredoka"/>
                <a:cs typeface="Fredoka"/>
                <a:sym typeface="Fredoka"/>
              </a:rPr>
              <a:t>Component Overview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7AE9910-86BF-B44C-E644-35031FDD618C}"/>
              </a:ext>
            </a:extLst>
          </p:cNvPr>
          <p:cNvSpPr txBox="1"/>
          <p:nvPr/>
        </p:nvSpPr>
        <p:spPr>
          <a:xfrm>
            <a:off x="867155" y="1028343"/>
            <a:ext cx="7755735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/>
              <a:t>Sub-Problem Identified</a:t>
            </a:r>
          </a:p>
          <a:p>
            <a:r>
              <a:rPr lang="en-US"/>
              <a:t>Geriatric patients managing multiple long-term medications (polypharmacy) often experience </a:t>
            </a:r>
            <a:r>
              <a:rPr lang="en-US" b="1"/>
              <a:t>mental and emotional challenges</a:t>
            </a:r>
            <a:r>
              <a:rPr lang="en-US"/>
              <a:t>.</a:t>
            </a:r>
            <a:br>
              <a:rPr lang="en-US"/>
            </a:br>
            <a:r>
              <a:rPr lang="en-US"/>
              <a:t>These issues are commonly: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Mental health changes develop gradually and are often: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C8B6CA20-3F68-0A73-320C-CDEA67CC3D6D}"/>
              </a:ext>
            </a:extLst>
          </p:cNvPr>
          <p:cNvSpPr txBox="1"/>
          <p:nvPr/>
        </p:nvSpPr>
        <p:spPr>
          <a:xfrm>
            <a:off x="3451249" y="6367890"/>
            <a:ext cx="5289503" cy="822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6"/>
              </a:lnSpc>
            </a:pPr>
            <a:endParaRPr lang="en-US" sz="2407">
              <a:solidFill>
                <a:srgbClr val="4D4A7D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3346"/>
              </a:lnSpc>
            </a:pPr>
            <a:endParaRPr lang="en-US" sz="2407">
              <a:solidFill>
                <a:srgbClr val="4D4A7D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D21F3C-EAA8-5963-C729-E7764F5BEBEE}"/>
              </a:ext>
            </a:extLst>
          </p:cNvPr>
          <p:cNvSpPr txBox="1"/>
          <p:nvPr/>
        </p:nvSpPr>
        <p:spPr>
          <a:xfrm>
            <a:off x="1579239" y="2153854"/>
            <a:ext cx="79638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Stress, anxiety, low mood, and loneliness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Changes in daily lifestyle and routines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Emotional discomfort linked to long-term medication 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54651-9645-EE61-C6BB-9A04F6A8B82D}"/>
              </a:ext>
            </a:extLst>
          </p:cNvPr>
          <p:cNvSpPr txBox="1"/>
          <p:nvPr/>
        </p:nvSpPr>
        <p:spPr>
          <a:xfrm>
            <a:off x="2300876" y="3429000"/>
            <a:ext cx="79638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Overlooked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Misattributed to 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Managed through additional medications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08EF99-18DE-D2C9-83C6-617408A146DF}"/>
              </a:ext>
            </a:extLst>
          </p:cNvPr>
          <p:cNvSpPr txBox="1"/>
          <p:nvPr/>
        </p:nvSpPr>
        <p:spPr>
          <a:xfrm>
            <a:off x="867155" y="4235334"/>
            <a:ext cx="9013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Why This Is a Real Issue</a:t>
            </a:r>
          </a:p>
          <a:p>
            <a:r>
              <a:rPr lang="en-US" sz="1800"/>
              <a:t>Medical care primarily focuses on </a:t>
            </a:r>
            <a:r>
              <a:rPr lang="en-US" sz="1800" b="1"/>
              <a:t>physical conditions and prescriptions</a:t>
            </a:r>
            <a:r>
              <a:rPr lang="en-US" sz="1800"/>
              <a:t>, not emotional and lifestyle well-being.</a:t>
            </a:r>
            <a:br>
              <a:rPr lang="en-US" sz="1800"/>
            </a:br>
            <a:r>
              <a:rPr lang="en-US" sz="1800"/>
              <a:t>Elderly patients rarely receive: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8E14FE-230F-C5E8-F440-F127015F196C}"/>
              </a:ext>
            </a:extLst>
          </p:cNvPr>
          <p:cNvSpPr txBox="1"/>
          <p:nvPr/>
        </p:nvSpPr>
        <p:spPr>
          <a:xfrm>
            <a:off x="4139636" y="5133787"/>
            <a:ext cx="79638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Continuous mental health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Lifestyle-based, drug-free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Personalized guidance aligned with polypharmacy risk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DB9CBD-7949-41C3-9F6F-1436373FAED9}"/>
              </a:ext>
            </a:extLst>
          </p:cNvPr>
          <p:cNvSpPr/>
          <p:nvPr/>
        </p:nvSpPr>
        <p:spPr>
          <a:xfrm>
            <a:off x="2632435" y="6496050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IT22600516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Tharaka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B.W.P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25-26J-368</a:t>
            </a:r>
          </a:p>
        </p:txBody>
      </p:sp>
    </p:spTree>
    <p:extLst>
      <p:ext uri="{BB962C8B-B14F-4D97-AF65-F5344CB8AC3E}">
        <p14:creationId xmlns:p14="http://schemas.microsoft.com/office/powerpoint/2010/main" val="998158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737CB-7BD9-9DF1-CB95-B875A2F80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0218-23E8-BA37-AF04-94514EA5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F553D7-88B2-3D3B-741F-011069DE441F}"/>
              </a:ext>
            </a:extLst>
          </p:cNvPr>
          <p:cNvSpPr txBox="1"/>
          <p:nvPr/>
        </p:nvSpPr>
        <p:spPr>
          <a:xfrm>
            <a:off x="550606" y="315221"/>
            <a:ext cx="754134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25"/>
              </a:lnSpc>
            </a:pP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Fredoka"/>
                <a:ea typeface="Fredoka"/>
                <a:cs typeface="Fredoka"/>
                <a:sym typeface="Fredoka"/>
              </a:rPr>
              <a:t>How the Solution Addresses the Sub-Problem</a:t>
            </a:r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3B6B2C41-CEA9-D300-8740-5DFF7817F205}"/>
              </a:ext>
            </a:extLst>
          </p:cNvPr>
          <p:cNvSpPr/>
          <p:nvPr/>
        </p:nvSpPr>
        <p:spPr>
          <a:xfrm flipH="1">
            <a:off x="9100660" y="5918356"/>
            <a:ext cx="1963088" cy="428310"/>
          </a:xfrm>
          <a:custGeom>
            <a:avLst/>
            <a:gdLst/>
            <a:ahLst/>
            <a:cxnLst/>
            <a:rect l="l" t="t" r="r" b="b"/>
            <a:pathLst>
              <a:path w="2944632" h="642465">
                <a:moveTo>
                  <a:pt x="2944632" y="0"/>
                </a:moveTo>
                <a:lnTo>
                  <a:pt x="0" y="0"/>
                </a:lnTo>
                <a:lnTo>
                  <a:pt x="0" y="642465"/>
                </a:lnTo>
                <a:lnTo>
                  <a:pt x="2944632" y="642465"/>
                </a:lnTo>
                <a:lnTo>
                  <a:pt x="29446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 sz="1200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7A575BD7-21D6-CE2C-C89C-2CD8E17775D7}"/>
              </a:ext>
            </a:extLst>
          </p:cNvPr>
          <p:cNvSpPr/>
          <p:nvPr/>
        </p:nvSpPr>
        <p:spPr>
          <a:xfrm>
            <a:off x="7691344" y="165716"/>
            <a:ext cx="400603" cy="408021"/>
          </a:xfrm>
          <a:custGeom>
            <a:avLst/>
            <a:gdLst/>
            <a:ahLst/>
            <a:cxnLst/>
            <a:rect l="l" t="t" r="r" b="b"/>
            <a:pathLst>
              <a:path w="600904" h="612032">
                <a:moveTo>
                  <a:pt x="0" y="0"/>
                </a:moveTo>
                <a:lnTo>
                  <a:pt x="600904" y="0"/>
                </a:lnTo>
                <a:lnTo>
                  <a:pt x="600904" y="612032"/>
                </a:lnTo>
                <a:lnTo>
                  <a:pt x="0" y="612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 sz="1200"/>
          </a:p>
        </p:txBody>
      </p:sp>
      <p:pic>
        <p:nvPicPr>
          <p:cNvPr id="2052" name="Picture 4" descr="Online medical consultation. Doctor and patient in smartphone.  illustration. 59288667 Vector Art at Vecteezy">
            <a:extLst>
              <a:ext uri="{FF2B5EF4-FFF2-40B4-BE49-F238E27FC236}">
                <a16:creationId xmlns:a16="http://schemas.microsoft.com/office/drawing/2014/main" id="{09EF1C1B-EFA7-6A54-D036-9484AD4D48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33"/>
          <a:stretch/>
        </p:blipFill>
        <p:spPr bwMode="auto">
          <a:xfrm>
            <a:off x="7538885" y="723241"/>
            <a:ext cx="4653116" cy="4843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55" name="TextBox 8">
            <a:extLst>
              <a:ext uri="{FF2B5EF4-FFF2-40B4-BE49-F238E27FC236}">
                <a16:creationId xmlns:a16="http://schemas.microsoft.com/office/drawing/2014/main" id="{23548B06-7A25-B36F-A63F-125515D80A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026662"/>
              </p:ext>
            </p:extLst>
          </p:nvPr>
        </p:nvGraphicFramePr>
        <p:xfrm>
          <a:off x="946415" y="1484772"/>
          <a:ext cx="6744929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560438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dical Presentation with Doctor in Suit and Masked Patient Using Laptop  Near Machine in Monochrome Stock Illustration - Illustration of icon,  symbol: 410472763">
            <a:extLst>
              <a:ext uri="{FF2B5EF4-FFF2-40B4-BE49-F238E27FC236}">
                <a16:creationId xmlns:a16="http://schemas.microsoft.com/office/drawing/2014/main" id="{E77A13B0-AE43-C220-1A67-CF3B360FA4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70" r="4546" b="23996"/>
          <a:stretch/>
        </p:blipFill>
        <p:spPr bwMode="auto">
          <a:xfrm>
            <a:off x="7914968" y="4337354"/>
            <a:ext cx="3883741" cy="230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3C9ECA-CDD1-AAB9-5F45-FD0DFCF4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400" b="1" i="0" u="none" strike="noStrike" cap="none" normalizeH="0" baseline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</a:rPr>
              <a:t>Key User Requirements → Solution Mapping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9E1AA9DB-0FC3-BE0F-59BA-6EAA7E623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3884361"/>
              </p:ext>
            </p:extLst>
          </p:nvPr>
        </p:nvGraphicFramePr>
        <p:xfrm>
          <a:off x="6711436" y="1627679"/>
          <a:ext cx="3612435" cy="2934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94146-DFD8-5C03-B3EA-B63142525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28940"/>
              </p:ext>
            </p:extLst>
          </p:nvPr>
        </p:nvGraphicFramePr>
        <p:xfrm>
          <a:off x="585194" y="479493"/>
          <a:ext cx="4979863" cy="567402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400796">
                  <a:extLst>
                    <a:ext uri="{9D8B030D-6E8A-4147-A177-3AD203B41FA5}">
                      <a16:colId xmlns:a16="http://schemas.microsoft.com/office/drawing/2014/main" val="3504321830"/>
                    </a:ext>
                  </a:extLst>
                </a:gridCol>
                <a:gridCol w="2579067">
                  <a:extLst>
                    <a:ext uri="{9D8B030D-6E8A-4147-A177-3AD203B41FA5}">
                      <a16:colId xmlns:a16="http://schemas.microsoft.com/office/drawing/2014/main" val="2036806328"/>
                    </a:ext>
                  </a:extLst>
                </a:gridCol>
              </a:tblGrid>
              <a:tr h="6736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User Need</a:t>
                      </a: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How the System Addresses It</a:t>
                      </a: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01925"/>
                  </a:ext>
                </a:extLst>
              </a:tr>
              <a:tr h="10589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Monitor emotional well-being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Facial expression and mood analysis for real-time mental health feedback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228651"/>
                  </a:ext>
                </a:extLst>
              </a:tr>
              <a:tr h="8418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Personalized guidance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Drug-free lifestyle and wellness recommendations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296443"/>
                  </a:ext>
                </a:extLst>
              </a:tr>
              <a:tr h="8418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Easy to use for elderly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Large text, simple navigation, and emoji-based or visual inputs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5"/>
                  </a:ext>
                </a:extLst>
              </a:tr>
              <a:tr h="10589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Safe alongside medications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Integrates polypharmacy risk score to ensure advice does not conflict with medical care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610997"/>
                  </a:ext>
                </a:extLst>
              </a:tr>
              <a:tr h="6248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Non-invasive &amp; stress-free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/>
                        <a:t>No medical tests; fully digital and supportive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197" marR="98332" marT="107075" marB="1070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128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3BF07C6-5269-FB06-1CCC-6BB12B5156B4}"/>
              </a:ext>
            </a:extLst>
          </p:cNvPr>
          <p:cNvSpPr/>
          <p:nvPr/>
        </p:nvSpPr>
        <p:spPr>
          <a:xfrm>
            <a:off x="2632435" y="6496050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IT22600516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Tharaka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B.W.P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25-26J-368</a:t>
            </a:r>
          </a:p>
        </p:txBody>
      </p:sp>
    </p:spTree>
    <p:extLst>
      <p:ext uri="{BB962C8B-B14F-4D97-AF65-F5344CB8AC3E}">
        <p14:creationId xmlns:p14="http://schemas.microsoft.com/office/powerpoint/2010/main" val="410478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2" name="Picture 26" descr="Doctor mask give medical advice with medical icons. healthcare and medical  information concept. flat | Premium Vector">
            <a:extLst>
              <a:ext uri="{FF2B5EF4-FFF2-40B4-BE49-F238E27FC236}">
                <a16:creationId xmlns:a16="http://schemas.microsoft.com/office/drawing/2014/main" id="{BA70AB65-48CB-5151-52D7-90C040530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40" b="4099"/>
          <a:stretch/>
        </p:blipFill>
        <p:spPr bwMode="auto">
          <a:xfrm>
            <a:off x="6183415" y="2225770"/>
            <a:ext cx="6008585" cy="463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FBDA20-669E-8A97-32B5-E12D4FDE57C7}"/>
              </a:ext>
            </a:extLst>
          </p:cNvPr>
          <p:cNvSpPr txBox="1"/>
          <p:nvPr/>
        </p:nvSpPr>
        <p:spPr>
          <a:xfrm>
            <a:off x="875071" y="1720840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Core System Contribution</a:t>
            </a:r>
          </a:p>
          <a:p>
            <a:r>
              <a:rPr lang="en-US"/>
              <a:t>The system addresses </a:t>
            </a:r>
            <a:r>
              <a:rPr lang="en-US" b="1"/>
              <a:t>non-medical lifestyle and mental wellness for geriatric patients</a:t>
            </a:r>
            <a:r>
              <a:rPr lang="en-US"/>
              <a:t>, focusing on </a:t>
            </a:r>
            <a:r>
              <a:rPr lang="en-US" b="1"/>
              <a:t>support alongside polypharmacy</a:t>
            </a:r>
            <a:r>
              <a:rPr lang="en-US"/>
              <a:t>.</a:t>
            </a:r>
            <a:br>
              <a:rPr lang="en-US"/>
            </a:br>
            <a:r>
              <a:rPr lang="en-US"/>
              <a:t>The prototype introduces a </a:t>
            </a:r>
            <a:r>
              <a:rPr lang="en-US" b="1"/>
              <a:t>hybrid advisory model</a:t>
            </a:r>
            <a:r>
              <a:rPr lang="en-US"/>
              <a:t> that combines:</a:t>
            </a:r>
          </a:p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94364-5749-8B63-3B58-EE7F96DEF9D6}"/>
              </a:ext>
            </a:extLst>
          </p:cNvPr>
          <p:cNvSpPr txBox="1"/>
          <p:nvPr/>
        </p:nvSpPr>
        <p:spPr>
          <a:xfrm>
            <a:off x="639097" y="266340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Design Excellence &amp; Contribution (WHAT)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6875E-2587-B6E2-6A5C-59DA3BBDCAC7}"/>
              </a:ext>
            </a:extLst>
          </p:cNvPr>
          <p:cNvSpPr txBox="1"/>
          <p:nvPr/>
        </p:nvSpPr>
        <p:spPr>
          <a:xfrm>
            <a:off x="1199535" y="3549896"/>
            <a:ext cx="70792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Facial expression &amp; mood analysis</a:t>
            </a:r>
            <a:r>
              <a:rPr lang="en-US" sz="1600"/>
              <a:t> for mental wellness assessment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Lifestyle habit analysis</a:t>
            </a:r>
            <a:r>
              <a:rPr lang="en-US" sz="1600"/>
              <a:t> (sleep, physical activity, past occupation)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Polypharmacy risk awareness</a:t>
            </a:r>
            <a:r>
              <a:rPr lang="en-US" sz="1600"/>
              <a:t> to ensure safe, personalized guidance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1A5B0D-6BDE-BF86-B3CB-6A2C92F8F457}"/>
              </a:ext>
            </a:extLst>
          </p:cNvPr>
          <p:cNvSpPr txBox="1"/>
          <p:nvPr/>
        </p:nvSpPr>
        <p:spPr>
          <a:xfrm>
            <a:off x="868312" y="4368700"/>
            <a:ext cx="70792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System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User emotional state (via facial expressions)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Daily lifestyle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Polypharmacy risk score (derived from medication list and duration)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/>
          </a:p>
          <a:p>
            <a:r>
              <a:rPr lang="en-US" sz="1600" b="1"/>
              <a:t>System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Personalized lifestyle and mental wellness advice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Daily reminders and routine recommendations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9571E899-8646-FC46-28DC-21117247924D}"/>
              </a:ext>
            </a:extLst>
          </p:cNvPr>
          <p:cNvSpPr/>
          <p:nvPr/>
        </p:nvSpPr>
        <p:spPr>
          <a:xfrm>
            <a:off x="9478429" y="258390"/>
            <a:ext cx="400603" cy="408021"/>
          </a:xfrm>
          <a:custGeom>
            <a:avLst/>
            <a:gdLst/>
            <a:ahLst/>
            <a:cxnLst/>
            <a:rect l="l" t="t" r="r" b="b"/>
            <a:pathLst>
              <a:path w="600904" h="612032">
                <a:moveTo>
                  <a:pt x="0" y="0"/>
                </a:moveTo>
                <a:lnTo>
                  <a:pt x="600904" y="0"/>
                </a:lnTo>
                <a:lnTo>
                  <a:pt x="600904" y="612032"/>
                </a:lnTo>
                <a:lnTo>
                  <a:pt x="0" y="612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025508-C701-AA70-E5A3-A937EE8EA501}"/>
              </a:ext>
            </a:extLst>
          </p:cNvPr>
          <p:cNvSpPr/>
          <p:nvPr/>
        </p:nvSpPr>
        <p:spPr>
          <a:xfrm>
            <a:off x="2632435" y="6496050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IT22600516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Tharaka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B.W.P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25-26J-368</a:t>
            </a:r>
          </a:p>
        </p:txBody>
      </p:sp>
    </p:spTree>
    <p:extLst>
      <p:ext uri="{BB962C8B-B14F-4D97-AF65-F5344CB8AC3E}">
        <p14:creationId xmlns:p14="http://schemas.microsoft.com/office/powerpoint/2010/main" val="2372678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CC6D9-A5AB-136F-008D-E99D1A300971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Feedback on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ED4A1-9F17-967D-D715-EC7B8A5CD309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1. Ease of Use</a:t>
            </a: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Users found the interface simple and intuitive.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Some elderly users suggested larger buttons and clearer fonts for better readability.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2. Personalized Advice</a:t>
            </a: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Users appreciated receiving lifestyle tips tailored to their medication profile and emotional state.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 few requested more detailed explanations for why certain advice is given.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3. Mental Health Monitoring</a:t>
            </a: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Positive feedback on daily mood tracking and facial expression recognition.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Some users suggested optional reminders or notifications to ensure consistent use.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4. Overall Experience</a:t>
            </a: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Users felt more aware of their emotional well-being and lifestyle habits.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They reported a sense of support without relying on extra medications.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Suggestions included gamification elements or small achievements to encourage engagement.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B3A7AC-36E5-3B6F-62A1-DEB2B2E9E223}"/>
              </a:ext>
            </a:extLst>
          </p:cNvPr>
          <p:cNvSpPr/>
          <p:nvPr/>
        </p:nvSpPr>
        <p:spPr>
          <a:xfrm>
            <a:off x="6211377" y="6496051"/>
            <a:ext cx="6816365" cy="361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IT22600516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Tharaka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B.W.P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25-26J-368</a:t>
            </a:r>
          </a:p>
        </p:txBody>
      </p:sp>
    </p:spTree>
    <p:extLst>
      <p:ext uri="{BB962C8B-B14F-4D97-AF65-F5344CB8AC3E}">
        <p14:creationId xmlns:p14="http://schemas.microsoft.com/office/powerpoint/2010/main" val="4146181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7468" y="1905366"/>
            <a:ext cx="3174677" cy="1990590"/>
            <a:chOff x="0" y="0"/>
            <a:chExt cx="1811336" cy="11357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1336" cy="1135747"/>
            </a:xfrm>
            <a:custGeom>
              <a:avLst/>
              <a:gdLst/>
              <a:ahLst/>
              <a:cxnLst/>
              <a:rect l="l" t="t" r="r" b="b"/>
              <a:pathLst>
                <a:path w="1811336" h="1135747">
                  <a:moveTo>
                    <a:pt x="1686876" y="1135746"/>
                  </a:moveTo>
                  <a:lnTo>
                    <a:pt x="124460" y="1135746"/>
                  </a:lnTo>
                  <a:cubicBezTo>
                    <a:pt x="55880" y="1135746"/>
                    <a:pt x="0" y="1079867"/>
                    <a:pt x="0" y="101128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86876" y="0"/>
                  </a:lnTo>
                  <a:cubicBezTo>
                    <a:pt x="1755456" y="0"/>
                    <a:pt x="1811336" y="55880"/>
                    <a:pt x="1811336" y="124460"/>
                  </a:cubicBezTo>
                  <a:lnTo>
                    <a:pt x="1811336" y="1011287"/>
                  </a:lnTo>
                  <a:cubicBezTo>
                    <a:pt x="1811336" y="1079867"/>
                    <a:pt x="1755456" y="1135747"/>
                    <a:pt x="1686876" y="1135747"/>
                  </a:cubicBezTo>
                  <a:close/>
                </a:path>
              </a:pathLst>
            </a:custGeom>
            <a:solidFill>
              <a:srgbClr val="F2F1D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67894" y="1905366"/>
            <a:ext cx="3174677" cy="1990590"/>
            <a:chOff x="0" y="0"/>
            <a:chExt cx="1811336" cy="11357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1336" cy="1135747"/>
            </a:xfrm>
            <a:custGeom>
              <a:avLst/>
              <a:gdLst/>
              <a:ahLst/>
              <a:cxnLst/>
              <a:rect l="l" t="t" r="r" b="b"/>
              <a:pathLst>
                <a:path w="1811336" h="1135747">
                  <a:moveTo>
                    <a:pt x="1686876" y="1135746"/>
                  </a:moveTo>
                  <a:lnTo>
                    <a:pt x="124460" y="1135746"/>
                  </a:lnTo>
                  <a:cubicBezTo>
                    <a:pt x="55880" y="1135746"/>
                    <a:pt x="0" y="1079867"/>
                    <a:pt x="0" y="101128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86876" y="0"/>
                  </a:lnTo>
                  <a:cubicBezTo>
                    <a:pt x="1755456" y="0"/>
                    <a:pt x="1811336" y="55880"/>
                    <a:pt x="1811336" y="124460"/>
                  </a:cubicBezTo>
                  <a:lnTo>
                    <a:pt x="1811336" y="1011287"/>
                  </a:lnTo>
                  <a:cubicBezTo>
                    <a:pt x="1811336" y="1079867"/>
                    <a:pt x="1755456" y="1135747"/>
                    <a:pt x="1686876" y="1135747"/>
                  </a:cubicBezTo>
                  <a:close/>
                </a:path>
              </a:pathLst>
            </a:custGeom>
            <a:solidFill>
              <a:srgbClr val="F2F1D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0431" y="1360772"/>
            <a:ext cx="3141715" cy="2387442"/>
            <a:chOff x="0" y="-38100"/>
            <a:chExt cx="6283429" cy="4774883"/>
          </a:xfrm>
        </p:grpSpPr>
        <p:sp>
          <p:nvSpPr>
            <p:cNvPr id="8" name="TextBox 8"/>
            <p:cNvSpPr txBox="1"/>
            <p:nvPr/>
          </p:nvSpPr>
          <p:spPr>
            <a:xfrm>
              <a:off x="1001020" y="-38100"/>
              <a:ext cx="4281389" cy="1080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600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Ability of Commercialization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369580"/>
              <a:ext cx="6283429" cy="3367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7879" lvl="1" indent="-143940" algn="just">
                <a:lnSpc>
                  <a:spcPts val="1866"/>
                </a:lnSpc>
                <a:buFont typeface="Arial"/>
                <a:buChar char="•"/>
              </a:pPr>
              <a:r>
                <a:rPr lang="en-US" sz="1333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Offered as web app for hospitals, clinics, and users.</a:t>
              </a:r>
            </a:p>
            <a:p>
              <a:pPr marL="287879" lvl="1" indent="-143940" algn="just">
                <a:lnSpc>
                  <a:spcPts val="1866"/>
                </a:lnSpc>
                <a:buFont typeface="Arial"/>
                <a:buChar char="•"/>
              </a:pPr>
              <a:r>
                <a:rPr lang="en-US" sz="1333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Subscription/licensing model for healthcare providers.</a:t>
              </a:r>
            </a:p>
            <a:p>
              <a:pPr marL="287879" lvl="1" indent="-143940" algn="just">
                <a:lnSpc>
                  <a:spcPts val="1866"/>
                </a:lnSpc>
                <a:buFont typeface="Arial"/>
                <a:buChar char="•"/>
              </a:pPr>
              <a:r>
                <a:rPr lang="en-US" sz="1333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Integrates with existing health systems for wider adoption.</a:t>
              </a:r>
            </a:p>
            <a:p>
              <a:pPr marL="287879" lvl="1" indent="-143940" algn="just">
                <a:lnSpc>
                  <a:spcPts val="1866"/>
                </a:lnSpc>
                <a:buFont typeface="Arial"/>
                <a:buChar char="•"/>
              </a:pPr>
              <a:endParaRPr lang="en-US" sz="1333" b="1">
                <a:solidFill>
                  <a:srgbClr val="63696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38495" y="1213553"/>
            <a:ext cx="768141" cy="7681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B5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27974" y="1241888"/>
            <a:ext cx="663478" cy="66347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BB0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8955" y="4395470"/>
            <a:ext cx="3133079" cy="1925505"/>
            <a:chOff x="0" y="0"/>
            <a:chExt cx="1629904" cy="10016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29904" cy="1001694"/>
            </a:xfrm>
            <a:custGeom>
              <a:avLst/>
              <a:gdLst/>
              <a:ahLst/>
              <a:cxnLst/>
              <a:rect l="l" t="t" r="r" b="b"/>
              <a:pathLst>
                <a:path w="1629904" h="1001694">
                  <a:moveTo>
                    <a:pt x="1505444" y="1001694"/>
                  </a:moveTo>
                  <a:lnTo>
                    <a:pt x="124460" y="1001694"/>
                  </a:lnTo>
                  <a:cubicBezTo>
                    <a:pt x="55880" y="1001694"/>
                    <a:pt x="0" y="945814"/>
                    <a:pt x="0" y="8772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05444" y="0"/>
                  </a:lnTo>
                  <a:cubicBezTo>
                    <a:pt x="1574024" y="0"/>
                    <a:pt x="1629904" y="55880"/>
                    <a:pt x="1629904" y="124460"/>
                  </a:cubicBezTo>
                  <a:lnTo>
                    <a:pt x="1629904" y="877234"/>
                  </a:lnTo>
                  <a:cubicBezTo>
                    <a:pt x="1629904" y="945814"/>
                    <a:pt x="1574024" y="1001694"/>
                    <a:pt x="1505444" y="1001694"/>
                  </a:cubicBezTo>
                  <a:close/>
                </a:path>
              </a:pathLst>
            </a:custGeom>
            <a:solidFill>
              <a:srgbClr val="F2F1D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1449" y="3991146"/>
            <a:ext cx="3022851" cy="2325806"/>
            <a:chOff x="0" y="-38100"/>
            <a:chExt cx="6045701" cy="465161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38100"/>
              <a:ext cx="6045701" cy="516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600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Value Proposition: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28346"/>
              <a:ext cx="6045701" cy="3885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679"/>
                </a:lnSpc>
              </a:pPr>
              <a:endParaRPr sz="1200"/>
            </a:p>
            <a:p>
              <a:pPr marL="259092" lvl="1" indent="-129546" algn="just">
                <a:lnSpc>
                  <a:spcPts val="1679"/>
                </a:lnSpc>
                <a:buFont typeface="Arial"/>
                <a:buChar char="•"/>
              </a:pPr>
              <a:r>
                <a:rPr lang="en-US" sz="1199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Early detection of vitamin deficiencies, improving patient health outcomes.</a:t>
              </a:r>
            </a:p>
            <a:p>
              <a:pPr marL="259092" lvl="1" indent="-129546" algn="just">
                <a:lnSpc>
                  <a:spcPts val="1679"/>
                </a:lnSpc>
                <a:buFont typeface="Arial"/>
                <a:buChar char="•"/>
              </a:pPr>
              <a:r>
                <a:rPr lang="en-US" sz="1199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Personalized dietary &amp; supplementation recommendations.</a:t>
              </a:r>
            </a:p>
            <a:p>
              <a:pPr marL="259092" lvl="1" indent="-129546" algn="just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199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Reduces hospital visits and lab testing costs.</a:t>
              </a:r>
            </a:p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endParaRPr lang="en-US" sz="1199" b="1">
                <a:solidFill>
                  <a:srgbClr val="63696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750940" y="5132550"/>
            <a:ext cx="864391" cy="86439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D9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37697" y="2171039"/>
            <a:ext cx="3277827" cy="2352960"/>
            <a:chOff x="0" y="0"/>
            <a:chExt cx="1870189" cy="134249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70190" cy="1342499"/>
            </a:xfrm>
            <a:custGeom>
              <a:avLst/>
              <a:gdLst/>
              <a:ahLst/>
              <a:cxnLst/>
              <a:rect l="l" t="t" r="r" b="b"/>
              <a:pathLst>
                <a:path w="1870190" h="1342499">
                  <a:moveTo>
                    <a:pt x="1745729" y="1342499"/>
                  </a:moveTo>
                  <a:lnTo>
                    <a:pt x="124460" y="1342499"/>
                  </a:lnTo>
                  <a:cubicBezTo>
                    <a:pt x="55880" y="1342499"/>
                    <a:pt x="0" y="1286619"/>
                    <a:pt x="0" y="121803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45730" y="0"/>
                  </a:lnTo>
                  <a:cubicBezTo>
                    <a:pt x="1814310" y="0"/>
                    <a:pt x="1870190" y="55880"/>
                    <a:pt x="1870190" y="124460"/>
                  </a:cubicBezTo>
                  <a:lnTo>
                    <a:pt x="1870190" y="1218039"/>
                  </a:lnTo>
                  <a:cubicBezTo>
                    <a:pt x="1870190" y="1286619"/>
                    <a:pt x="1814310" y="1342499"/>
                    <a:pt x="1745730" y="1342499"/>
                  </a:cubicBezTo>
                  <a:close/>
                </a:path>
              </a:pathLst>
            </a:custGeom>
            <a:solidFill>
              <a:srgbClr val="F2F1D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45724" y="4880604"/>
            <a:ext cx="4076855" cy="1558297"/>
            <a:chOff x="0" y="0"/>
            <a:chExt cx="1985220" cy="7588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85220" cy="758811"/>
            </a:xfrm>
            <a:custGeom>
              <a:avLst/>
              <a:gdLst/>
              <a:ahLst/>
              <a:cxnLst/>
              <a:rect l="l" t="t" r="r" b="b"/>
              <a:pathLst>
                <a:path w="1985220" h="758811">
                  <a:moveTo>
                    <a:pt x="1860760" y="758811"/>
                  </a:moveTo>
                  <a:lnTo>
                    <a:pt x="124460" y="758811"/>
                  </a:lnTo>
                  <a:cubicBezTo>
                    <a:pt x="55880" y="758811"/>
                    <a:pt x="0" y="702931"/>
                    <a:pt x="0" y="6343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860760" y="0"/>
                  </a:lnTo>
                  <a:cubicBezTo>
                    <a:pt x="1929340" y="0"/>
                    <a:pt x="1985220" y="55880"/>
                    <a:pt x="1985220" y="124460"/>
                  </a:cubicBezTo>
                  <a:lnTo>
                    <a:pt x="1985220" y="634351"/>
                  </a:lnTo>
                  <a:cubicBezTo>
                    <a:pt x="1985220" y="702931"/>
                    <a:pt x="1929340" y="758811"/>
                    <a:pt x="1860760" y="758811"/>
                  </a:cubicBezTo>
                  <a:close/>
                </a:path>
              </a:pathLst>
            </a:custGeom>
            <a:solidFill>
              <a:srgbClr val="F2F1D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134653" y="1988364"/>
            <a:ext cx="768141" cy="76814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BF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10948" y="3953712"/>
            <a:ext cx="768141" cy="76814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49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42900" y="195036"/>
            <a:ext cx="1122722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sz="3200" b="1" spc="102">
                <a:solidFill>
                  <a:schemeClr val="accent1">
                    <a:lumMod val="50000"/>
                  </a:schemeClr>
                </a:solidFill>
                <a:ea typeface="Canva Sans Bold"/>
                <a:cs typeface="Canva Sans Bold"/>
                <a:sym typeface="Canva Sans Bold"/>
              </a:rPr>
              <a:t>PROJECT OVERVIEW &amp; COMMERCIALIZATIONES WORKFLOW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132931" y="1158190"/>
            <a:ext cx="2991892" cy="2486803"/>
            <a:chOff x="0" y="-38100"/>
            <a:chExt cx="5983784" cy="4973605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38100"/>
              <a:ext cx="5983784" cy="1081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49"/>
                </a:lnSpc>
              </a:pPr>
              <a:r>
                <a:rPr lang="en-US" sz="160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Target Market &amp; Customer Profile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1283352"/>
              <a:ext cx="5983784" cy="3652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779"/>
                </a:lnSpc>
              </a:pPr>
              <a:r>
                <a:rPr lang="en-US" sz="1271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:</a:t>
              </a:r>
            </a:p>
            <a:p>
              <a:pPr marL="274488" lvl="1" indent="-137244" algn="just">
                <a:lnSpc>
                  <a:spcPts val="1779"/>
                </a:lnSpc>
                <a:buFont typeface="Arial"/>
                <a:buChar char="•"/>
              </a:pPr>
              <a:r>
                <a:rPr lang="en-US" sz="1271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Elderly individuals on long-term medications (primary users).</a:t>
              </a:r>
            </a:p>
            <a:p>
              <a:pPr algn="just">
                <a:lnSpc>
                  <a:spcPts val="1779"/>
                </a:lnSpc>
              </a:pPr>
              <a:endParaRPr lang="en-US" sz="1271" b="1">
                <a:solidFill>
                  <a:srgbClr val="63696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274488" lvl="1" indent="-137244" algn="just">
                <a:lnSpc>
                  <a:spcPts val="17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71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Caregivers and family members seeking proactive health monitoring.</a:t>
              </a:r>
            </a:p>
            <a:p>
              <a:pPr algn="just">
                <a:lnSpc>
                  <a:spcPts val="1779"/>
                </a:lnSpc>
                <a:spcBef>
                  <a:spcPct val="0"/>
                </a:spcBef>
              </a:pPr>
              <a:endParaRPr lang="en-US" sz="1271" b="1">
                <a:solidFill>
                  <a:srgbClr val="63696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037696" y="1886316"/>
            <a:ext cx="3116705" cy="2784709"/>
            <a:chOff x="0" y="-38100"/>
            <a:chExt cx="6233409" cy="5569419"/>
          </a:xfrm>
        </p:grpSpPr>
        <p:sp>
          <p:nvSpPr>
            <p:cNvPr id="43" name="TextBox 43"/>
            <p:cNvSpPr txBox="1"/>
            <p:nvPr/>
          </p:nvSpPr>
          <p:spPr>
            <a:xfrm>
              <a:off x="0" y="-38100"/>
              <a:ext cx="6233409" cy="5147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6"/>
                </a:lnSpc>
              </a:pPr>
              <a:r>
                <a:rPr lang="en-US" sz="1569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Investment / Cost &amp; Recovery: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694480"/>
              <a:ext cx="6233409" cy="4836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8978" lvl="1" indent="-134489" algn="just">
                <a:lnSpc>
                  <a:spcPts val="1744"/>
                </a:lnSpc>
                <a:buFont typeface="Arial"/>
                <a:buChar char="•"/>
              </a:pPr>
              <a:r>
                <a:rPr lang="en-US" sz="1245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Cloud servers</a:t>
              </a:r>
            </a:p>
            <a:p>
              <a:pPr marL="268978" lvl="1" indent="-134489" algn="just">
                <a:lnSpc>
                  <a:spcPts val="1744"/>
                </a:lnSpc>
                <a:buFont typeface="Arial"/>
                <a:buChar char="•"/>
              </a:pPr>
              <a:r>
                <a:rPr lang="en-US" sz="1245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app infrastructure</a:t>
              </a:r>
            </a:p>
            <a:p>
              <a:pPr algn="just">
                <a:lnSpc>
                  <a:spcPts val="1744"/>
                </a:lnSpc>
              </a:pPr>
              <a:endParaRPr lang="en-US" sz="1245" b="1">
                <a:solidFill>
                  <a:srgbClr val="63696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2024"/>
                </a:lnSpc>
              </a:pPr>
              <a:r>
                <a:rPr lang="en-US" sz="1445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Recovery Strategy:</a:t>
              </a:r>
            </a:p>
            <a:p>
              <a:pPr marL="268978" lvl="1" indent="-134489" algn="just">
                <a:lnSpc>
                  <a:spcPts val="1744"/>
                </a:lnSpc>
                <a:buFont typeface="Arial"/>
                <a:buChar char="•"/>
              </a:pPr>
              <a:r>
                <a:rPr lang="en-US" sz="1245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Subscription plans for clinics and hospitals.</a:t>
              </a:r>
            </a:p>
            <a:p>
              <a:pPr marL="268978" lvl="1" indent="-134489" algn="just">
                <a:lnSpc>
                  <a:spcPts val="1744"/>
                </a:lnSpc>
                <a:buFont typeface="Arial"/>
                <a:buChar char="•"/>
              </a:pPr>
              <a:r>
                <a:rPr lang="en-US" sz="1245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Premium model for individual users with optional premium features.</a:t>
              </a:r>
            </a:p>
            <a:p>
              <a:pPr marL="268978" lvl="1" indent="-134489" algn="just">
                <a:lnSpc>
                  <a:spcPts val="1744"/>
                </a:lnSpc>
                <a:buFont typeface="Arial"/>
                <a:buChar char="•"/>
              </a:pPr>
              <a:r>
                <a:rPr lang="en-US" sz="1245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Partnerships with health insurers or wellness programs.</a:t>
              </a:r>
            </a:p>
            <a:p>
              <a:pPr algn="just">
                <a:lnSpc>
                  <a:spcPts val="1744"/>
                </a:lnSpc>
              </a:pPr>
              <a:endParaRPr lang="en-US" sz="1245" b="1">
                <a:solidFill>
                  <a:srgbClr val="63696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45724" y="4395470"/>
            <a:ext cx="3860477" cy="2107798"/>
            <a:chOff x="0" y="-38100"/>
            <a:chExt cx="7720954" cy="4215596"/>
          </a:xfrm>
        </p:grpSpPr>
        <p:sp>
          <p:nvSpPr>
            <p:cNvPr id="46" name="TextBox 46"/>
            <p:cNvSpPr txBox="1"/>
            <p:nvPr/>
          </p:nvSpPr>
          <p:spPr>
            <a:xfrm>
              <a:off x="0" y="-38100"/>
              <a:ext cx="7720954" cy="516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600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Intellectual Property Rights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728346"/>
              <a:ext cx="7720954" cy="344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199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:</a:t>
              </a:r>
            </a:p>
            <a:p>
              <a:pPr marL="259092" lvl="1" indent="-129546" algn="just">
                <a:lnSpc>
                  <a:spcPts val="1679"/>
                </a:lnSpc>
                <a:buFont typeface="Arial"/>
                <a:buChar char="•"/>
              </a:pPr>
              <a:r>
                <a:rPr lang="en-US" sz="1199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Proprietary AI algorithms for predictive deficiency detection.</a:t>
              </a:r>
            </a:p>
            <a:p>
              <a:pPr marL="259092" lvl="1" indent="-129546" algn="just">
                <a:lnSpc>
                  <a:spcPts val="1679"/>
                </a:lnSpc>
                <a:buFont typeface="Arial"/>
                <a:buChar char="•"/>
              </a:pPr>
              <a:r>
                <a:rPr lang="en-US" sz="1199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Database schema, recommendation engine, and app design protected under copyright.</a:t>
              </a:r>
            </a:p>
            <a:p>
              <a:pPr marL="259092" lvl="1" indent="-129546" algn="just">
                <a:lnSpc>
                  <a:spcPts val="16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199" b="1">
                  <a:solidFill>
                    <a:srgbClr val="63696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Potential for patenting predictive model and unique multi-factor integration method.</a:t>
              </a:r>
            </a:p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 lang="en-US" sz="1199" b="1">
                <a:solidFill>
                  <a:srgbClr val="63696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48" name="Freeform 48"/>
          <p:cNvSpPr/>
          <p:nvPr/>
        </p:nvSpPr>
        <p:spPr>
          <a:xfrm>
            <a:off x="4022462" y="5383397"/>
            <a:ext cx="393700" cy="362696"/>
          </a:xfrm>
          <a:custGeom>
            <a:avLst/>
            <a:gdLst/>
            <a:ahLst/>
            <a:cxnLst/>
            <a:rect l="l" t="t" r="r" b="b"/>
            <a:pathLst>
              <a:path w="590550" h="544044">
                <a:moveTo>
                  <a:pt x="0" y="0"/>
                </a:moveTo>
                <a:lnTo>
                  <a:pt x="590550" y="0"/>
                </a:lnTo>
                <a:lnTo>
                  <a:pt x="590550" y="544044"/>
                </a:lnTo>
                <a:lnTo>
                  <a:pt x="0" y="5440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3488070" y="1516587"/>
            <a:ext cx="393700" cy="388779"/>
          </a:xfrm>
          <a:custGeom>
            <a:avLst/>
            <a:gdLst/>
            <a:ahLst/>
            <a:cxnLst/>
            <a:rect l="l" t="t" r="r" b="b"/>
            <a:pathLst>
              <a:path w="590550" h="583168">
                <a:moveTo>
                  <a:pt x="0" y="0"/>
                </a:moveTo>
                <a:lnTo>
                  <a:pt x="590550" y="0"/>
                </a:lnTo>
                <a:lnTo>
                  <a:pt x="590550" y="583168"/>
                </a:lnTo>
                <a:lnTo>
                  <a:pt x="0" y="583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7321873" y="2183090"/>
            <a:ext cx="393700" cy="378690"/>
          </a:xfrm>
          <a:custGeom>
            <a:avLst/>
            <a:gdLst/>
            <a:ahLst/>
            <a:cxnLst/>
            <a:rect l="l" t="t" r="r" b="b"/>
            <a:pathLst>
              <a:path w="590550" h="568035">
                <a:moveTo>
                  <a:pt x="0" y="0"/>
                </a:moveTo>
                <a:lnTo>
                  <a:pt x="590550" y="0"/>
                </a:lnTo>
                <a:lnTo>
                  <a:pt x="590550" y="568034"/>
                </a:lnTo>
                <a:lnTo>
                  <a:pt x="0" y="568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11" t="-3798" r="-1366" b="-35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1198168" y="4190426"/>
            <a:ext cx="393700" cy="395709"/>
          </a:xfrm>
          <a:custGeom>
            <a:avLst/>
            <a:gdLst/>
            <a:ahLst/>
            <a:cxnLst/>
            <a:rect l="l" t="t" r="r" b="b"/>
            <a:pathLst>
              <a:path w="590550" h="593563">
                <a:moveTo>
                  <a:pt x="0" y="0"/>
                </a:moveTo>
                <a:lnTo>
                  <a:pt x="590550" y="0"/>
                </a:lnTo>
                <a:lnTo>
                  <a:pt x="590550" y="593563"/>
                </a:lnTo>
                <a:lnTo>
                  <a:pt x="0" y="593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42" t="-1421" r="-1872" b="-16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11124823" y="1379822"/>
            <a:ext cx="393700" cy="387608"/>
          </a:xfrm>
          <a:custGeom>
            <a:avLst/>
            <a:gdLst/>
            <a:ahLst/>
            <a:cxnLst/>
            <a:rect l="l" t="t" r="r" b="b"/>
            <a:pathLst>
              <a:path w="590550" h="581412">
                <a:moveTo>
                  <a:pt x="0" y="0"/>
                </a:moveTo>
                <a:lnTo>
                  <a:pt x="590550" y="0"/>
                </a:lnTo>
                <a:lnTo>
                  <a:pt x="590550" y="581412"/>
                </a:lnTo>
                <a:lnTo>
                  <a:pt x="0" y="581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161" t="-2036" r="-1538" b="-22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4">
            <a:extLst>
              <a:ext uri="{FF2B5EF4-FFF2-40B4-BE49-F238E27FC236}">
                <a16:creationId xmlns:a16="http://schemas.microsoft.com/office/drawing/2014/main" id="{511D1B17-FF3E-1E16-6E35-FAC449B70AF3}"/>
              </a:ext>
            </a:extLst>
          </p:cNvPr>
          <p:cNvSpPr/>
          <p:nvPr/>
        </p:nvSpPr>
        <p:spPr>
          <a:xfrm rot="-1439754">
            <a:off x="4280163" y="5172982"/>
            <a:ext cx="5069245" cy="4004704"/>
          </a:xfrm>
          <a:custGeom>
            <a:avLst/>
            <a:gdLst/>
            <a:ahLst/>
            <a:cxnLst/>
            <a:rect l="l" t="t" r="r" b="b"/>
            <a:pathLst>
              <a:path w="7603868" h="6007056">
                <a:moveTo>
                  <a:pt x="0" y="0"/>
                </a:moveTo>
                <a:lnTo>
                  <a:pt x="7603868" y="0"/>
                </a:lnTo>
                <a:lnTo>
                  <a:pt x="7603868" y="6007056"/>
                </a:lnTo>
                <a:lnTo>
                  <a:pt x="0" y="6007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Q&amp;A Images – Browse 165,352 Stock Photos, Vectors, and Video | Adobe Stock">
            <a:extLst>
              <a:ext uri="{FF2B5EF4-FFF2-40B4-BE49-F238E27FC236}">
                <a16:creationId xmlns:a16="http://schemas.microsoft.com/office/drawing/2014/main" id="{8F8CCE6A-B511-7235-24BC-208FBA3E8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6" b="6785"/>
          <a:stretch/>
        </p:blipFill>
        <p:spPr bwMode="auto">
          <a:xfrm>
            <a:off x="120650" y="222071"/>
            <a:ext cx="11193463" cy="592967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1332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bef7e19daa0d389b559f873c5a3e553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060a19f19fc398f1deb5a7ac3ca80118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27B07B-7EAC-40F4-9F5E-3FF48DDF6C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AC82F8-F55D-4193-8C2D-3FCC2B98245E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9f051fea-6169-422b-9b96-d2faa3f6702f"/>
    <ds:schemaRef ds:uri="http://schemas.microsoft.com/office/2006/documentManagement/types"/>
    <ds:schemaRef ds:uri="http://schemas.openxmlformats.org/package/2006/metadata/core-properties"/>
    <ds:schemaRef ds:uri="ebcb448b-e496-46d6-b65e-001154fa212e"/>
    <ds:schemaRef ds:uri="http://www.w3.org/XML/1998/namespace"/>
    <ds:schemaRef ds:uri="http://purl.org/dc/terms/"/>
    <ds:schemaRef ds:uri="b315195e-671e-423b-bef2-4f1205612242"/>
    <ds:schemaRef ds:uri="db72c12f-87a4-44ab-bbc5-4cc8306b158a"/>
  </ds:schemaRefs>
</ds:datastoreItem>
</file>

<file path=customXml/itemProps3.xml><?xml version="1.0" encoding="utf-8"?>
<ds:datastoreItem xmlns:ds="http://schemas.openxmlformats.org/officeDocument/2006/customXml" ds:itemID="{812BC66C-7E38-4391-B56B-5CC7C352A308}"/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2181</Words>
  <Application>Microsoft Office PowerPoint</Application>
  <PresentationFormat>Widescreen</PresentationFormat>
  <Paragraphs>346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Adobe Devanagari</vt:lpstr>
      <vt:lpstr>Aptos</vt:lpstr>
      <vt:lpstr>Aptos Display</vt:lpstr>
      <vt:lpstr>Arial</vt:lpstr>
      <vt:lpstr>Calibri</vt:lpstr>
      <vt:lpstr>Cambria</vt:lpstr>
      <vt:lpstr>Canva Sans Bold</vt:lpstr>
      <vt:lpstr>Fredoka</vt:lpstr>
      <vt:lpstr>Times New Roman</vt:lpstr>
      <vt:lpstr>Wingdings</vt:lpstr>
      <vt:lpstr>Office Theme</vt:lpstr>
      <vt:lpstr>Office Theme</vt:lpstr>
      <vt:lpstr>SMART POLYPHARMACY AND VITAMIN RECOMMENDATION SYSTEM</vt:lpstr>
      <vt:lpstr>Our Team</vt:lpstr>
      <vt:lpstr>PROBLEM</vt:lpstr>
      <vt:lpstr>Impact / Gravity of the Problem </vt:lpstr>
      <vt:lpstr>Who Is Affected / Who Benefits</vt:lpstr>
      <vt:lpstr>Overall solution as a system diagram</vt:lpstr>
      <vt:lpstr>It22600448 | Reshmi m g g k</vt:lpstr>
      <vt:lpstr>Sub-Problem Overview (What &amp; Why)</vt:lpstr>
      <vt:lpstr>How the Solution Addresses the Sub-Problem</vt:lpstr>
      <vt:lpstr>Key User Requirements → Solution Mapping </vt:lpstr>
      <vt:lpstr>Design Excellence &amp; Contribution (WHAT)</vt:lpstr>
      <vt:lpstr>Design Excellence &amp; Contribution (HOW – Model Details)</vt:lpstr>
      <vt:lpstr>PowerPoint Presentation</vt:lpstr>
      <vt:lpstr>User Feedback on Prototype</vt:lpstr>
      <vt:lpstr>It22561084 | JEESARA k g n</vt:lpstr>
      <vt:lpstr>Component Overview </vt:lpstr>
      <vt:lpstr>PowerPoint Presentation</vt:lpstr>
      <vt:lpstr>PowerPoint Presentation</vt:lpstr>
      <vt:lpstr>IT22591098 | JAYALATH J P R J</vt:lpstr>
      <vt:lpstr>Component Overview </vt:lpstr>
      <vt:lpstr>PowerPoint Presentation</vt:lpstr>
      <vt:lpstr>PowerPoint Presentation</vt:lpstr>
      <vt:lpstr>It22600516 | Tharaka B W P</vt:lpstr>
      <vt:lpstr>PowerPoint Presentation</vt:lpstr>
      <vt:lpstr> </vt:lpstr>
      <vt:lpstr>Key User Requirements → Solution Mapping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POLYPHARMACY AND VITAMIN RECOMMENDATION SYSTEM</dc:title>
  <dc:creator>Tharaka BVP</dc:creator>
  <cp:lastModifiedBy>JAYALATH J.P.R.J it22591098</cp:lastModifiedBy>
  <cp:revision>2</cp:revision>
  <dcterms:created xsi:type="dcterms:W3CDTF">2026-01-06T05:38:57Z</dcterms:created>
  <dcterms:modified xsi:type="dcterms:W3CDTF">2026-05-02T19:33:32Z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